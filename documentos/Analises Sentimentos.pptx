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60F545-4D48-4B4D-8B8E-1EA2AF685B28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758C0E61-2F7E-4644-B4E5-157ADE7CFECA}">
      <dgm:prSet phldrT="[Texto]"/>
      <dgm:spPr/>
      <dgm:t>
        <a:bodyPr/>
        <a:lstStyle/>
        <a:p>
          <a:r>
            <a:rPr lang="pt-BR" dirty="0" err="1"/>
            <a:t>Criacao</a:t>
          </a:r>
          <a:r>
            <a:rPr lang="pt-BR" dirty="0"/>
            <a:t> conceitos básicos (base de dados)</a:t>
          </a:r>
        </a:p>
      </dgm:t>
    </dgm:pt>
    <dgm:pt modelId="{34B8E18E-EB62-4296-BB09-EACA89FF6FBF}" type="parTrans" cxnId="{06920405-59AB-4945-BFDB-3077B0F87621}">
      <dgm:prSet/>
      <dgm:spPr/>
      <dgm:t>
        <a:bodyPr/>
        <a:lstStyle/>
        <a:p>
          <a:endParaRPr lang="pt-BR"/>
        </a:p>
      </dgm:t>
    </dgm:pt>
    <dgm:pt modelId="{1BAC93BA-45DB-41F1-9419-511B17301FE4}" type="sibTrans" cxnId="{06920405-59AB-4945-BFDB-3077B0F87621}">
      <dgm:prSet/>
      <dgm:spPr/>
      <dgm:t>
        <a:bodyPr/>
        <a:lstStyle/>
        <a:p>
          <a:endParaRPr lang="pt-BR"/>
        </a:p>
      </dgm:t>
    </dgm:pt>
    <dgm:pt modelId="{03EFAE0D-070F-4734-AE87-3B9A3D6FF3EF}">
      <dgm:prSet phldrT="[Texto]"/>
      <dgm:spPr/>
      <dgm:t>
        <a:bodyPr/>
        <a:lstStyle/>
        <a:p>
          <a:r>
            <a:rPr lang="pt-BR" dirty="0" err="1"/>
            <a:t>Definicao</a:t>
          </a:r>
          <a:r>
            <a:rPr lang="pt-BR" dirty="0"/>
            <a:t> mecanismo de </a:t>
          </a:r>
          <a:r>
            <a:rPr lang="pt-BR" dirty="0" err="1"/>
            <a:t>decisao</a:t>
          </a:r>
          <a:endParaRPr lang="pt-BR" dirty="0"/>
        </a:p>
      </dgm:t>
    </dgm:pt>
    <dgm:pt modelId="{F5329BC4-9037-4F7B-B70C-2BE33BE26E20}" type="parTrans" cxnId="{64BDB526-E712-4869-BB4D-F0361008D100}">
      <dgm:prSet/>
      <dgm:spPr/>
      <dgm:t>
        <a:bodyPr/>
        <a:lstStyle/>
        <a:p>
          <a:endParaRPr lang="pt-BR"/>
        </a:p>
      </dgm:t>
    </dgm:pt>
    <dgm:pt modelId="{C05CBD0E-E58C-480D-8BC6-0BAC04B5E75C}" type="sibTrans" cxnId="{64BDB526-E712-4869-BB4D-F0361008D100}">
      <dgm:prSet/>
      <dgm:spPr/>
      <dgm:t>
        <a:bodyPr/>
        <a:lstStyle/>
        <a:p>
          <a:endParaRPr lang="pt-BR"/>
        </a:p>
      </dgm:t>
    </dgm:pt>
    <dgm:pt modelId="{1947478E-F0BA-468A-A12B-4C3FDC36B0E0}">
      <dgm:prSet phldrT="[Texto]"/>
      <dgm:spPr/>
      <dgm:t>
        <a:bodyPr/>
        <a:lstStyle/>
        <a:p>
          <a:r>
            <a:rPr lang="pt-BR" dirty="0"/>
            <a:t>Treinamento</a:t>
          </a:r>
        </a:p>
      </dgm:t>
    </dgm:pt>
    <dgm:pt modelId="{2911C358-35C3-460F-87D2-9D9B0C17F769}" type="parTrans" cxnId="{21BCD8E0-B6C6-42F1-963B-097520215446}">
      <dgm:prSet/>
      <dgm:spPr/>
      <dgm:t>
        <a:bodyPr/>
        <a:lstStyle/>
        <a:p>
          <a:endParaRPr lang="pt-BR"/>
        </a:p>
      </dgm:t>
    </dgm:pt>
    <dgm:pt modelId="{461B8E51-3FDA-4A9D-B3DE-74F3CC7F8365}" type="sibTrans" cxnId="{21BCD8E0-B6C6-42F1-963B-097520215446}">
      <dgm:prSet/>
      <dgm:spPr/>
      <dgm:t>
        <a:bodyPr/>
        <a:lstStyle/>
        <a:p>
          <a:endParaRPr lang="pt-BR"/>
        </a:p>
      </dgm:t>
    </dgm:pt>
    <dgm:pt modelId="{B896136E-84AC-40EC-BBC0-D5E03024E8E1}">
      <dgm:prSet phldrT="[Texto]"/>
      <dgm:spPr/>
      <dgm:t>
        <a:bodyPr/>
        <a:lstStyle/>
        <a:p>
          <a:r>
            <a:rPr lang="pt-BR" dirty="0"/>
            <a:t>Teste</a:t>
          </a:r>
        </a:p>
      </dgm:t>
    </dgm:pt>
    <dgm:pt modelId="{24A2CF47-ECDC-455F-A642-621CA89BEC0F}" type="parTrans" cxnId="{20F51151-63BB-4678-A77E-7D9978BEDC08}">
      <dgm:prSet/>
      <dgm:spPr/>
      <dgm:t>
        <a:bodyPr/>
        <a:lstStyle/>
        <a:p>
          <a:endParaRPr lang="pt-BR"/>
        </a:p>
      </dgm:t>
    </dgm:pt>
    <dgm:pt modelId="{B8B71CFA-2446-423A-8B76-6E8B3D4417E2}" type="sibTrans" cxnId="{20F51151-63BB-4678-A77E-7D9978BEDC08}">
      <dgm:prSet/>
      <dgm:spPr/>
      <dgm:t>
        <a:bodyPr/>
        <a:lstStyle/>
        <a:p>
          <a:endParaRPr lang="pt-BR"/>
        </a:p>
      </dgm:t>
    </dgm:pt>
    <dgm:pt modelId="{7CFC0692-FC17-4F0D-A75F-C05CFBEEF230}">
      <dgm:prSet phldrT="[Texto]"/>
      <dgm:spPr/>
      <dgm:t>
        <a:bodyPr/>
        <a:lstStyle/>
        <a:p>
          <a:r>
            <a:rPr lang="pt-BR" dirty="0"/>
            <a:t>Feedback/ ajustes</a:t>
          </a:r>
        </a:p>
      </dgm:t>
    </dgm:pt>
    <dgm:pt modelId="{96791783-BA62-4396-A264-77AD38D7058D}" type="parTrans" cxnId="{598542DF-481D-4B85-AFFE-92EBD2EBEB7E}">
      <dgm:prSet/>
      <dgm:spPr/>
      <dgm:t>
        <a:bodyPr/>
        <a:lstStyle/>
        <a:p>
          <a:endParaRPr lang="pt-BR"/>
        </a:p>
      </dgm:t>
    </dgm:pt>
    <dgm:pt modelId="{A595A41E-BE53-4608-A040-5D2CAA336013}" type="sibTrans" cxnId="{598542DF-481D-4B85-AFFE-92EBD2EBEB7E}">
      <dgm:prSet/>
      <dgm:spPr/>
      <dgm:t>
        <a:bodyPr/>
        <a:lstStyle/>
        <a:p>
          <a:endParaRPr lang="pt-BR"/>
        </a:p>
      </dgm:t>
    </dgm:pt>
    <dgm:pt modelId="{3B671C7B-7A8F-4E9A-B8E4-8C5CDE53B7CA}" type="pres">
      <dgm:prSet presAssocID="{3A60F545-4D48-4B4D-8B8E-1EA2AF685B28}" presName="cycle" presStyleCnt="0">
        <dgm:presLayoutVars>
          <dgm:dir/>
          <dgm:resizeHandles val="exact"/>
        </dgm:presLayoutVars>
      </dgm:prSet>
      <dgm:spPr/>
    </dgm:pt>
    <dgm:pt modelId="{62A5A64B-C9AE-4071-898B-EE410C5F2D8A}" type="pres">
      <dgm:prSet presAssocID="{758C0E61-2F7E-4644-B4E5-157ADE7CFECA}" presName="node" presStyleLbl="node1" presStyleIdx="0" presStyleCnt="5">
        <dgm:presLayoutVars>
          <dgm:bulletEnabled val="1"/>
        </dgm:presLayoutVars>
      </dgm:prSet>
      <dgm:spPr/>
    </dgm:pt>
    <dgm:pt modelId="{73E2FF70-EB03-4266-A393-720ECD04D112}" type="pres">
      <dgm:prSet presAssocID="{758C0E61-2F7E-4644-B4E5-157ADE7CFECA}" presName="spNode" presStyleCnt="0"/>
      <dgm:spPr/>
    </dgm:pt>
    <dgm:pt modelId="{6312F991-140B-478A-9C70-5C7401C9E4C7}" type="pres">
      <dgm:prSet presAssocID="{1BAC93BA-45DB-41F1-9419-511B17301FE4}" presName="sibTrans" presStyleLbl="sibTrans1D1" presStyleIdx="0" presStyleCnt="5"/>
      <dgm:spPr/>
    </dgm:pt>
    <dgm:pt modelId="{68F4CF65-8FD5-46A5-BD45-11D04C6DEBD4}" type="pres">
      <dgm:prSet presAssocID="{03EFAE0D-070F-4734-AE87-3B9A3D6FF3EF}" presName="node" presStyleLbl="node1" presStyleIdx="1" presStyleCnt="5">
        <dgm:presLayoutVars>
          <dgm:bulletEnabled val="1"/>
        </dgm:presLayoutVars>
      </dgm:prSet>
      <dgm:spPr/>
    </dgm:pt>
    <dgm:pt modelId="{89602F1A-4B97-4BD6-A867-1F490D6003DF}" type="pres">
      <dgm:prSet presAssocID="{03EFAE0D-070F-4734-AE87-3B9A3D6FF3EF}" presName="spNode" presStyleCnt="0"/>
      <dgm:spPr/>
    </dgm:pt>
    <dgm:pt modelId="{6980D755-5052-45B5-9F8F-9DE2EA815A1F}" type="pres">
      <dgm:prSet presAssocID="{C05CBD0E-E58C-480D-8BC6-0BAC04B5E75C}" presName="sibTrans" presStyleLbl="sibTrans1D1" presStyleIdx="1" presStyleCnt="5"/>
      <dgm:spPr/>
    </dgm:pt>
    <dgm:pt modelId="{DFCC4E97-1015-417A-954D-22669C39E72A}" type="pres">
      <dgm:prSet presAssocID="{1947478E-F0BA-468A-A12B-4C3FDC36B0E0}" presName="node" presStyleLbl="node1" presStyleIdx="2" presStyleCnt="5">
        <dgm:presLayoutVars>
          <dgm:bulletEnabled val="1"/>
        </dgm:presLayoutVars>
      </dgm:prSet>
      <dgm:spPr/>
    </dgm:pt>
    <dgm:pt modelId="{6DF5ADB9-CE1F-40DD-94E4-F4E010BE3AC4}" type="pres">
      <dgm:prSet presAssocID="{1947478E-F0BA-468A-A12B-4C3FDC36B0E0}" presName="spNode" presStyleCnt="0"/>
      <dgm:spPr/>
    </dgm:pt>
    <dgm:pt modelId="{8160A84E-C864-45A3-866B-EBA81D9B03BB}" type="pres">
      <dgm:prSet presAssocID="{461B8E51-3FDA-4A9D-B3DE-74F3CC7F8365}" presName="sibTrans" presStyleLbl="sibTrans1D1" presStyleIdx="2" presStyleCnt="5"/>
      <dgm:spPr/>
    </dgm:pt>
    <dgm:pt modelId="{F57DFBB9-13E3-4736-9104-23BDF87E25DD}" type="pres">
      <dgm:prSet presAssocID="{B896136E-84AC-40EC-BBC0-D5E03024E8E1}" presName="node" presStyleLbl="node1" presStyleIdx="3" presStyleCnt="5">
        <dgm:presLayoutVars>
          <dgm:bulletEnabled val="1"/>
        </dgm:presLayoutVars>
      </dgm:prSet>
      <dgm:spPr/>
    </dgm:pt>
    <dgm:pt modelId="{22D76B0A-B66F-432F-BDC0-F886EB761D93}" type="pres">
      <dgm:prSet presAssocID="{B896136E-84AC-40EC-BBC0-D5E03024E8E1}" presName="spNode" presStyleCnt="0"/>
      <dgm:spPr/>
    </dgm:pt>
    <dgm:pt modelId="{D50F31D2-F28B-412F-A33E-01FA34575ADF}" type="pres">
      <dgm:prSet presAssocID="{B8B71CFA-2446-423A-8B76-6E8B3D4417E2}" presName="sibTrans" presStyleLbl="sibTrans1D1" presStyleIdx="3" presStyleCnt="5"/>
      <dgm:spPr/>
    </dgm:pt>
    <dgm:pt modelId="{78AAB4FB-DD73-4398-8298-9C2561032FE1}" type="pres">
      <dgm:prSet presAssocID="{7CFC0692-FC17-4F0D-A75F-C05CFBEEF230}" presName="node" presStyleLbl="node1" presStyleIdx="4" presStyleCnt="5">
        <dgm:presLayoutVars>
          <dgm:bulletEnabled val="1"/>
        </dgm:presLayoutVars>
      </dgm:prSet>
      <dgm:spPr/>
    </dgm:pt>
    <dgm:pt modelId="{B9F517E2-C672-4A07-BC33-4A0757493ED0}" type="pres">
      <dgm:prSet presAssocID="{7CFC0692-FC17-4F0D-A75F-C05CFBEEF230}" presName="spNode" presStyleCnt="0"/>
      <dgm:spPr/>
    </dgm:pt>
    <dgm:pt modelId="{FCFA0151-EB22-456E-AB32-5E094AB553A4}" type="pres">
      <dgm:prSet presAssocID="{A595A41E-BE53-4608-A040-5D2CAA336013}" presName="sibTrans" presStyleLbl="sibTrans1D1" presStyleIdx="4" presStyleCnt="5"/>
      <dgm:spPr/>
    </dgm:pt>
  </dgm:ptLst>
  <dgm:cxnLst>
    <dgm:cxn modelId="{06920405-59AB-4945-BFDB-3077B0F87621}" srcId="{3A60F545-4D48-4B4D-8B8E-1EA2AF685B28}" destId="{758C0E61-2F7E-4644-B4E5-157ADE7CFECA}" srcOrd="0" destOrd="0" parTransId="{34B8E18E-EB62-4296-BB09-EACA89FF6FBF}" sibTransId="{1BAC93BA-45DB-41F1-9419-511B17301FE4}"/>
    <dgm:cxn modelId="{5FEFF214-F4D7-4FA0-80D8-B7D8F5F905B8}" type="presOf" srcId="{758C0E61-2F7E-4644-B4E5-157ADE7CFECA}" destId="{62A5A64B-C9AE-4071-898B-EE410C5F2D8A}" srcOrd="0" destOrd="0" presId="urn:microsoft.com/office/officeart/2005/8/layout/cycle5"/>
    <dgm:cxn modelId="{64BDB526-E712-4869-BB4D-F0361008D100}" srcId="{3A60F545-4D48-4B4D-8B8E-1EA2AF685B28}" destId="{03EFAE0D-070F-4734-AE87-3B9A3D6FF3EF}" srcOrd="1" destOrd="0" parTransId="{F5329BC4-9037-4F7B-B70C-2BE33BE26E20}" sibTransId="{C05CBD0E-E58C-480D-8BC6-0BAC04B5E75C}"/>
    <dgm:cxn modelId="{B53D4F2B-8ABD-4257-A525-573A790CAA6D}" type="presOf" srcId="{03EFAE0D-070F-4734-AE87-3B9A3D6FF3EF}" destId="{68F4CF65-8FD5-46A5-BD45-11D04C6DEBD4}" srcOrd="0" destOrd="0" presId="urn:microsoft.com/office/officeart/2005/8/layout/cycle5"/>
    <dgm:cxn modelId="{5D56B63A-BD29-4E73-B63D-D5D5753357D5}" type="presOf" srcId="{3A60F545-4D48-4B4D-8B8E-1EA2AF685B28}" destId="{3B671C7B-7A8F-4E9A-B8E4-8C5CDE53B7CA}" srcOrd="0" destOrd="0" presId="urn:microsoft.com/office/officeart/2005/8/layout/cycle5"/>
    <dgm:cxn modelId="{5A5DB65F-63F1-4706-9D15-7E52BABF5EFB}" type="presOf" srcId="{1947478E-F0BA-468A-A12B-4C3FDC36B0E0}" destId="{DFCC4E97-1015-417A-954D-22669C39E72A}" srcOrd="0" destOrd="0" presId="urn:microsoft.com/office/officeart/2005/8/layout/cycle5"/>
    <dgm:cxn modelId="{F3372A60-FB81-43BE-93AC-9D9CDA31B52F}" type="presOf" srcId="{C05CBD0E-E58C-480D-8BC6-0BAC04B5E75C}" destId="{6980D755-5052-45B5-9F8F-9DE2EA815A1F}" srcOrd="0" destOrd="0" presId="urn:microsoft.com/office/officeart/2005/8/layout/cycle5"/>
    <dgm:cxn modelId="{F4039F60-5250-408D-8D88-36862FA355BB}" type="presOf" srcId="{7CFC0692-FC17-4F0D-A75F-C05CFBEEF230}" destId="{78AAB4FB-DD73-4398-8298-9C2561032FE1}" srcOrd="0" destOrd="0" presId="urn:microsoft.com/office/officeart/2005/8/layout/cycle5"/>
    <dgm:cxn modelId="{73DD6A69-A82B-407B-8B07-0013C1E06CB0}" type="presOf" srcId="{461B8E51-3FDA-4A9D-B3DE-74F3CC7F8365}" destId="{8160A84E-C864-45A3-866B-EBA81D9B03BB}" srcOrd="0" destOrd="0" presId="urn:microsoft.com/office/officeart/2005/8/layout/cycle5"/>
    <dgm:cxn modelId="{20F51151-63BB-4678-A77E-7D9978BEDC08}" srcId="{3A60F545-4D48-4B4D-8B8E-1EA2AF685B28}" destId="{B896136E-84AC-40EC-BBC0-D5E03024E8E1}" srcOrd="3" destOrd="0" parTransId="{24A2CF47-ECDC-455F-A642-621CA89BEC0F}" sibTransId="{B8B71CFA-2446-423A-8B76-6E8B3D4417E2}"/>
    <dgm:cxn modelId="{5090397D-85EA-4B1C-9CEE-32499A1989EC}" type="presOf" srcId="{1BAC93BA-45DB-41F1-9419-511B17301FE4}" destId="{6312F991-140B-478A-9C70-5C7401C9E4C7}" srcOrd="0" destOrd="0" presId="urn:microsoft.com/office/officeart/2005/8/layout/cycle5"/>
    <dgm:cxn modelId="{2CA848BE-B0D9-42CA-93AE-4675B13B87DC}" type="presOf" srcId="{A595A41E-BE53-4608-A040-5D2CAA336013}" destId="{FCFA0151-EB22-456E-AB32-5E094AB553A4}" srcOrd="0" destOrd="0" presId="urn:microsoft.com/office/officeart/2005/8/layout/cycle5"/>
    <dgm:cxn modelId="{7D8F7FBE-9514-46AC-8296-EDD03E924543}" type="presOf" srcId="{B8B71CFA-2446-423A-8B76-6E8B3D4417E2}" destId="{D50F31D2-F28B-412F-A33E-01FA34575ADF}" srcOrd="0" destOrd="0" presId="urn:microsoft.com/office/officeart/2005/8/layout/cycle5"/>
    <dgm:cxn modelId="{4F7417D0-283F-43F9-BC98-BD093C6F81C7}" type="presOf" srcId="{B896136E-84AC-40EC-BBC0-D5E03024E8E1}" destId="{F57DFBB9-13E3-4736-9104-23BDF87E25DD}" srcOrd="0" destOrd="0" presId="urn:microsoft.com/office/officeart/2005/8/layout/cycle5"/>
    <dgm:cxn modelId="{598542DF-481D-4B85-AFFE-92EBD2EBEB7E}" srcId="{3A60F545-4D48-4B4D-8B8E-1EA2AF685B28}" destId="{7CFC0692-FC17-4F0D-A75F-C05CFBEEF230}" srcOrd="4" destOrd="0" parTransId="{96791783-BA62-4396-A264-77AD38D7058D}" sibTransId="{A595A41E-BE53-4608-A040-5D2CAA336013}"/>
    <dgm:cxn modelId="{21BCD8E0-B6C6-42F1-963B-097520215446}" srcId="{3A60F545-4D48-4B4D-8B8E-1EA2AF685B28}" destId="{1947478E-F0BA-468A-A12B-4C3FDC36B0E0}" srcOrd="2" destOrd="0" parTransId="{2911C358-35C3-460F-87D2-9D9B0C17F769}" sibTransId="{461B8E51-3FDA-4A9D-B3DE-74F3CC7F8365}"/>
    <dgm:cxn modelId="{B30316B9-AF0D-4933-A4A1-A5BFFB2263EE}" type="presParOf" srcId="{3B671C7B-7A8F-4E9A-B8E4-8C5CDE53B7CA}" destId="{62A5A64B-C9AE-4071-898B-EE410C5F2D8A}" srcOrd="0" destOrd="0" presId="urn:microsoft.com/office/officeart/2005/8/layout/cycle5"/>
    <dgm:cxn modelId="{60371AE5-1451-439A-95A6-513573219FF4}" type="presParOf" srcId="{3B671C7B-7A8F-4E9A-B8E4-8C5CDE53B7CA}" destId="{73E2FF70-EB03-4266-A393-720ECD04D112}" srcOrd="1" destOrd="0" presId="urn:microsoft.com/office/officeart/2005/8/layout/cycle5"/>
    <dgm:cxn modelId="{E66225A3-24EA-47A6-B246-1968E903EF0F}" type="presParOf" srcId="{3B671C7B-7A8F-4E9A-B8E4-8C5CDE53B7CA}" destId="{6312F991-140B-478A-9C70-5C7401C9E4C7}" srcOrd="2" destOrd="0" presId="urn:microsoft.com/office/officeart/2005/8/layout/cycle5"/>
    <dgm:cxn modelId="{8F853956-5808-4524-8A9B-BE629C7C433D}" type="presParOf" srcId="{3B671C7B-7A8F-4E9A-B8E4-8C5CDE53B7CA}" destId="{68F4CF65-8FD5-46A5-BD45-11D04C6DEBD4}" srcOrd="3" destOrd="0" presId="urn:microsoft.com/office/officeart/2005/8/layout/cycle5"/>
    <dgm:cxn modelId="{8B3BA071-1A90-4C1E-BE67-EC81A7476F40}" type="presParOf" srcId="{3B671C7B-7A8F-4E9A-B8E4-8C5CDE53B7CA}" destId="{89602F1A-4B97-4BD6-A867-1F490D6003DF}" srcOrd="4" destOrd="0" presId="urn:microsoft.com/office/officeart/2005/8/layout/cycle5"/>
    <dgm:cxn modelId="{C757F939-54BC-4624-AECD-166E42409711}" type="presParOf" srcId="{3B671C7B-7A8F-4E9A-B8E4-8C5CDE53B7CA}" destId="{6980D755-5052-45B5-9F8F-9DE2EA815A1F}" srcOrd="5" destOrd="0" presId="urn:microsoft.com/office/officeart/2005/8/layout/cycle5"/>
    <dgm:cxn modelId="{CD93F4BF-7290-4DA5-8F96-CDAEE4902FED}" type="presParOf" srcId="{3B671C7B-7A8F-4E9A-B8E4-8C5CDE53B7CA}" destId="{DFCC4E97-1015-417A-954D-22669C39E72A}" srcOrd="6" destOrd="0" presId="urn:microsoft.com/office/officeart/2005/8/layout/cycle5"/>
    <dgm:cxn modelId="{A87CEE82-1667-417E-9DB4-CEEC2336F75D}" type="presParOf" srcId="{3B671C7B-7A8F-4E9A-B8E4-8C5CDE53B7CA}" destId="{6DF5ADB9-CE1F-40DD-94E4-F4E010BE3AC4}" srcOrd="7" destOrd="0" presId="urn:microsoft.com/office/officeart/2005/8/layout/cycle5"/>
    <dgm:cxn modelId="{CBFB5B60-8F99-4225-96AC-E012165C2315}" type="presParOf" srcId="{3B671C7B-7A8F-4E9A-B8E4-8C5CDE53B7CA}" destId="{8160A84E-C864-45A3-866B-EBA81D9B03BB}" srcOrd="8" destOrd="0" presId="urn:microsoft.com/office/officeart/2005/8/layout/cycle5"/>
    <dgm:cxn modelId="{5738B5B8-D99E-4127-B671-6549304D5FC8}" type="presParOf" srcId="{3B671C7B-7A8F-4E9A-B8E4-8C5CDE53B7CA}" destId="{F57DFBB9-13E3-4736-9104-23BDF87E25DD}" srcOrd="9" destOrd="0" presId="urn:microsoft.com/office/officeart/2005/8/layout/cycle5"/>
    <dgm:cxn modelId="{2EADF538-3CAB-4D70-8BB0-0D64A14E72C1}" type="presParOf" srcId="{3B671C7B-7A8F-4E9A-B8E4-8C5CDE53B7CA}" destId="{22D76B0A-B66F-432F-BDC0-F886EB761D93}" srcOrd="10" destOrd="0" presId="urn:microsoft.com/office/officeart/2005/8/layout/cycle5"/>
    <dgm:cxn modelId="{30F99C55-5C9E-4D54-822B-BFFE0E3E22AF}" type="presParOf" srcId="{3B671C7B-7A8F-4E9A-B8E4-8C5CDE53B7CA}" destId="{D50F31D2-F28B-412F-A33E-01FA34575ADF}" srcOrd="11" destOrd="0" presId="urn:microsoft.com/office/officeart/2005/8/layout/cycle5"/>
    <dgm:cxn modelId="{BA396DA7-19CA-4C09-A93F-CF064A2DD1AF}" type="presParOf" srcId="{3B671C7B-7A8F-4E9A-B8E4-8C5CDE53B7CA}" destId="{78AAB4FB-DD73-4398-8298-9C2561032FE1}" srcOrd="12" destOrd="0" presId="urn:microsoft.com/office/officeart/2005/8/layout/cycle5"/>
    <dgm:cxn modelId="{3D7C1DAE-F784-4409-877D-E7340B385AAA}" type="presParOf" srcId="{3B671C7B-7A8F-4E9A-B8E4-8C5CDE53B7CA}" destId="{B9F517E2-C672-4A07-BC33-4A0757493ED0}" srcOrd="13" destOrd="0" presId="urn:microsoft.com/office/officeart/2005/8/layout/cycle5"/>
    <dgm:cxn modelId="{FE95766C-3EAC-4085-AD3C-E000A3DF367D}" type="presParOf" srcId="{3B671C7B-7A8F-4E9A-B8E4-8C5CDE53B7CA}" destId="{FCFA0151-EB22-456E-AB32-5E094AB553A4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A5A64B-C9AE-4071-898B-EE410C5F2D8A}">
      <dsp:nvSpPr>
        <dsp:cNvPr id="0" name=""/>
        <dsp:cNvSpPr/>
      </dsp:nvSpPr>
      <dsp:spPr>
        <a:xfrm>
          <a:off x="4544094" y="1266"/>
          <a:ext cx="1427410" cy="9278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 err="1"/>
            <a:t>Criacao</a:t>
          </a:r>
          <a:r>
            <a:rPr lang="pt-BR" sz="1300" kern="1200" dirty="0"/>
            <a:t> conceitos básicos (base de dados)</a:t>
          </a:r>
        </a:p>
      </dsp:txBody>
      <dsp:txXfrm>
        <a:off x="4589386" y="46558"/>
        <a:ext cx="1336826" cy="837232"/>
      </dsp:txXfrm>
    </dsp:sp>
    <dsp:sp modelId="{6312F991-140B-478A-9C70-5C7401C9E4C7}">
      <dsp:nvSpPr>
        <dsp:cNvPr id="0" name=""/>
        <dsp:cNvSpPr/>
      </dsp:nvSpPr>
      <dsp:spPr>
        <a:xfrm>
          <a:off x="3400996" y="465174"/>
          <a:ext cx="3713607" cy="3713607"/>
        </a:xfrm>
        <a:custGeom>
          <a:avLst/>
          <a:gdLst/>
          <a:ahLst/>
          <a:cxnLst/>
          <a:rect l="0" t="0" r="0" b="0"/>
          <a:pathLst>
            <a:path>
              <a:moveTo>
                <a:pt x="2762497" y="235865"/>
              </a:moveTo>
              <a:arcTo wR="1856803" hR="1856803" stAng="17951648" swAng="1214376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F4CF65-8FD5-46A5-BD45-11D04C6DEBD4}">
      <dsp:nvSpPr>
        <dsp:cNvPr id="0" name=""/>
        <dsp:cNvSpPr/>
      </dsp:nvSpPr>
      <dsp:spPr>
        <a:xfrm>
          <a:off x="6310020" y="1284286"/>
          <a:ext cx="1427410" cy="9278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 err="1"/>
            <a:t>Definicao</a:t>
          </a:r>
          <a:r>
            <a:rPr lang="pt-BR" sz="1300" kern="1200" dirty="0"/>
            <a:t> mecanismo de </a:t>
          </a:r>
          <a:r>
            <a:rPr lang="pt-BR" sz="1300" kern="1200" dirty="0" err="1"/>
            <a:t>decisao</a:t>
          </a:r>
          <a:endParaRPr lang="pt-BR" sz="1300" kern="1200" dirty="0"/>
        </a:p>
      </dsp:txBody>
      <dsp:txXfrm>
        <a:off x="6355312" y="1329578"/>
        <a:ext cx="1336826" cy="837232"/>
      </dsp:txXfrm>
    </dsp:sp>
    <dsp:sp modelId="{6980D755-5052-45B5-9F8F-9DE2EA815A1F}">
      <dsp:nvSpPr>
        <dsp:cNvPr id="0" name=""/>
        <dsp:cNvSpPr/>
      </dsp:nvSpPr>
      <dsp:spPr>
        <a:xfrm>
          <a:off x="3400996" y="465174"/>
          <a:ext cx="3713607" cy="3713607"/>
        </a:xfrm>
        <a:custGeom>
          <a:avLst/>
          <a:gdLst/>
          <a:ahLst/>
          <a:cxnLst/>
          <a:rect l="0" t="0" r="0" b="0"/>
          <a:pathLst>
            <a:path>
              <a:moveTo>
                <a:pt x="3709188" y="1984834"/>
              </a:moveTo>
              <a:arcTo wR="1856803" hR="1856803" stAng="21837228" swAng="136192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CC4E97-1015-417A-954D-22669C39E72A}">
      <dsp:nvSpPr>
        <dsp:cNvPr id="0" name=""/>
        <dsp:cNvSpPr/>
      </dsp:nvSpPr>
      <dsp:spPr>
        <a:xfrm>
          <a:off x="5635496" y="3360256"/>
          <a:ext cx="1427410" cy="9278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Treinamento</a:t>
          </a:r>
        </a:p>
      </dsp:txBody>
      <dsp:txXfrm>
        <a:off x="5680788" y="3405548"/>
        <a:ext cx="1336826" cy="837232"/>
      </dsp:txXfrm>
    </dsp:sp>
    <dsp:sp modelId="{8160A84E-C864-45A3-866B-EBA81D9B03BB}">
      <dsp:nvSpPr>
        <dsp:cNvPr id="0" name=""/>
        <dsp:cNvSpPr/>
      </dsp:nvSpPr>
      <dsp:spPr>
        <a:xfrm>
          <a:off x="3400996" y="465174"/>
          <a:ext cx="3713607" cy="3713607"/>
        </a:xfrm>
        <a:custGeom>
          <a:avLst/>
          <a:gdLst/>
          <a:ahLst/>
          <a:cxnLst/>
          <a:rect l="0" t="0" r="0" b="0"/>
          <a:pathLst>
            <a:path>
              <a:moveTo>
                <a:pt x="2085494" y="3699470"/>
              </a:moveTo>
              <a:arcTo wR="1856803" hR="1856803" stAng="4975518" swAng="848965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7DFBB9-13E3-4736-9104-23BDF87E25DD}">
      <dsp:nvSpPr>
        <dsp:cNvPr id="0" name=""/>
        <dsp:cNvSpPr/>
      </dsp:nvSpPr>
      <dsp:spPr>
        <a:xfrm>
          <a:off x="3452692" y="3360256"/>
          <a:ext cx="1427410" cy="9278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Teste</a:t>
          </a:r>
        </a:p>
      </dsp:txBody>
      <dsp:txXfrm>
        <a:off x="3497984" y="3405548"/>
        <a:ext cx="1336826" cy="837232"/>
      </dsp:txXfrm>
    </dsp:sp>
    <dsp:sp modelId="{D50F31D2-F28B-412F-A33E-01FA34575ADF}">
      <dsp:nvSpPr>
        <dsp:cNvPr id="0" name=""/>
        <dsp:cNvSpPr/>
      </dsp:nvSpPr>
      <dsp:spPr>
        <a:xfrm>
          <a:off x="3400996" y="465174"/>
          <a:ext cx="3713607" cy="3713607"/>
        </a:xfrm>
        <a:custGeom>
          <a:avLst/>
          <a:gdLst/>
          <a:ahLst/>
          <a:cxnLst/>
          <a:rect l="0" t="0" r="0" b="0"/>
          <a:pathLst>
            <a:path>
              <a:moveTo>
                <a:pt x="197297" y="2689725"/>
              </a:moveTo>
              <a:arcTo wR="1856803" hR="1856803" stAng="9200850" swAng="136192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AAB4FB-DD73-4398-8298-9C2561032FE1}">
      <dsp:nvSpPr>
        <dsp:cNvPr id="0" name=""/>
        <dsp:cNvSpPr/>
      </dsp:nvSpPr>
      <dsp:spPr>
        <a:xfrm>
          <a:off x="2778169" y="1284286"/>
          <a:ext cx="1427410" cy="9278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Feedback/ ajustes</a:t>
          </a:r>
        </a:p>
      </dsp:txBody>
      <dsp:txXfrm>
        <a:off x="2823461" y="1329578"/>
        <a:ext cx="1336826" cy="837232"/>
      </dsp:txXfrm>
    </dsp:sp>
    <dsp:sp modelId="{FCFA0151-EB22-456E-AB32-5E094AB553A4}">
      <dsp:nvSpPr>
        <dsp:cNvPr id="0" name=""/>
        <dsp:cNvSpPr/>
      </dsp:nvSpPr>
      <dsp:spPr>
        <a:xfrm>
          <a:off x="3400996" y="465174"/>
          <a:ext cx="3713607" cy="3713607"/>
        </a:xfrm>
        <a:custGeom>
          <a:avLst/>
          <a:gdLst/>
          <a:ahLst/>
          <a:cxnLst/>
          <a:rect l="0" t="0" r="0" b="0"/>
          <a:pathLst>
            <a:path>
              <a:moveTo>
                <a:pt x="446274" y="649274"/>
              </a:moveTo>
              <a:arcTo wR="1856803" hR="1856803" stAng="13233976" swAng="1214376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0D82C5-746F-4F49-9F0B-35FF1D11C2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BE3F4B-154F-4786-A35C-B962FAFD66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76F965-B698-4CD0-9F10-A4B8CC8D8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A96F3-89F7-4203-A733-3BC3577D1831}" type="datetimeFigureOut">
              <a:rPr lang="pt-BR" smtClean="0"/>
              <a:t>13/04/2021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B2D111-062B-4EAA-A632-AD979A4F8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B55F43-A37A-4D43-B909-DB37104DF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7A84-0BFF-49BD-90D8-7421AF2F8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8146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6F93EE-042F-466A-BD04-3DA251D46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227D08-D546-4B7A-A231-972B98470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9E3388-5DF9-45AF-9C69-5956C2F0D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A96F3-89F7-4203-A733-3BC3577D1831}" type="datetimeFigureOut">
              <a:rPr lang="pt-BR" smtClean="0"/>
              <a:t>13/04/2021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586EC6-6287-4675-BB45-CF3809A51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1AD408-4752-4F79-9C9B-004D02E1A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7A84-0BFF-49BD-90D8-7421AF2F8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546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3880D9-4BB7-4E79-A790-ADC018487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6524573-CA43-4F3C-B935-672F4FBAF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B1E5B5-5358-4783-A119-2E7ECFABC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A96F3-89F7-4203-A733-3BC3577D1831}" type="datetimeFigureOut">
              <a:rPr lang="pt-BR" smtClean="0"/>
              <a:t>13/04/2021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E871F9-8458-4835-ADED-DBB7408A2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215959-39AB-4614-9C65-6FCB6EF1E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7A84-0BFF-49BD-90D8-7421AF2F8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3987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E365A-1322-4511-A69B-35E2AFD8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46A35B-B23D-48A2-AB6B-930633A23C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29BBB4B-9280-403F-827F-F77B6A8EC1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EAE96CF-81EE-4A8F-BC6A-87FC2662E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A96F3-89F7-4203-A733-3BC3577D1831}" type="datetimeFigureOut">
              <a:rPr lang="pt-BR" smtClean="0"/>
              <a:t>13/04/2021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715187-13B2-4E40-A268-39817E010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E21D54-3407-4487-9924-208C7B19E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7A84-0BFF-49BD-90D8-7421AF2F8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8526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E24E92-1095-43EA-B25E-32175D446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726EC2-1603-46FB-9968-C4EE82A6D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A566048-B495-4BDF-A9AE-27E56FCC8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02E053A-3F69-4CB6-9539-F90473FAF8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903ACEA-0477-40DD-9781-1ACA274B05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19FACE5-E742-4285-96B4-3CBD166C4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A96F3-89F7-4203-A733-3BC3577D1831}" type="datetimeFigureOut">
              <a:rPr lang="pt-BR" smtClean="0"/>
              <a:t>13/04/2021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0C96ECC-336A-4B5E-A586-741FABAAA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F10DBFA-79BE-472E-AFCB-5BCFBB2AD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7A84-0BFF-49BD-90D8-7421AF2F8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943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3A3F72-DDB4-42AC-9F7F-8025938D7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618727B-F827-484E-8788-79FFE9A7E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A96F3-89F7-4203-A733-3BC3577D1831}" type="datetimeFigureOut">
              <a:rPr lang="pt-BR" smtClean="0"/>
              <a:t>13/04/2021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855BA6F-4A0C-41F0-9F0D-86B3A45B1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43055DD-3A0E-430B-A884-7ABBDEC50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7A84-0BFF-49BD-90D8-7421AF2F8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5228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6A94ADF-0DC8-43D8-8CAE-6CA864E8E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A96F3-89F7-4203-A733-3BC3577D1831}" type="datetimeFigureOut">
              <a:rPr lang="pt-BR" smtClean="0"/>
              <a:t>13/04/2021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34BD5B1-C966-4EAC-9B36-955720CF5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810F4E5-D527-43BF-A9D3-18F32DD6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7A84-0BFF-49BD-90D8-7421AF2F8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0178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65CF21-C961-4C2E-B19C-E0BA84B18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A83526-4C08-45CC-B824-6D8E96095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BC02E4F-7C5E-4B05-BEB9-5F838A285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E3AFD6-0621-42B2-A06F-87D57CE5F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A96F3-89F7-4203-A733-3BC3577D1831}" type="datetimeFigureOut">
              <a:rPr lang="pt-BR" smtClean="0"/>
              <a:t>13/04/2021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22E8C5-113B-4974-8A5E-0A06E9ECB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412594A-4500-457A-B1C3-C1CC657D3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7A84-0BFF-49BD-90D8-7421AF2F8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5099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BAED93-19E5-429E-B2E6-6F11EE889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2532B65-5316-432A-8DD7-BBACFCA2F0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72A2C1-A79A-4F59-8882-C88EF0BB50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5E7CAB3-6DEC-4175-99FA-BD2B8B972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A96F3-89F7-4203-A733-3BC3577D1831}" type="datetimeFigureOut">
              <a:rPr lang="pt-BR" smtClean="0"/>
              <a:t>13/04/2021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7A36EE-A4F4-41FD-A102-534DAFD51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D377D5-6A8F-4A12-AA45-5016A056C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7A84-0BFF-49BD-90D8-7421AF2F8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3635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337B33-791F-4C2A-BA5B-8B66FA56A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6D71489-BFCF-49EA-ABF6-1C0C0D281D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3CFEFC-106E-4DC0-A7BD-B30D3A55B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A96F3-89F7-4203-A733-3BC3577D1831}" type="datetimeFigureOut">
              <a:rPr lang="pt-BR" smtClean="0"/>
              <a:t>13/04/2021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5ED8A8-018D-4B6E-9B27-09F49FCB6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23F75E-D491-4608-B292-FB5BDCC65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7A84-0BFF-49BD-90D8-7421AF2F8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8910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3BB2C30-0ED5-45D5-B382-D7F50F826E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050465-6301-4E22-AB63-51C281A33F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411929-9F2B-4ABA-A4D9-CC49C4358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A96F3-89F7-4203-A733-3BC3577D1831}" type="datetimeFigureOut">
              <a:rPr lang="pt-BR" smtClean="0"/>
              <a:t>13/04/2021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62C121-5FA6-477C-97B5-CB725C8F2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35F6A9-2EE1-42D6-9DB3-2CEBACEC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7A84-0BFF-49BD-90D8-7421AF2F8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6049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4153290-0206-4247-9CDD-31ADCE7EC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B8F0D2D-BE54-409C-AF86-6F0010AC3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5B0D1A-0F67-452D-A990-2F0C2C8E0E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A96F3-89F7-4203-A733-3BC3577D1831}" type="datetimeFigureOut">
              <a:rPr lang="pt-BR" smtClean="0"/>
              <a:t>13/04/2021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F62DBA-E23B-4809-8440-FE28AA63A0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2A76A3-0451-4430-923C-F70C662D60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937A84-0BFF-49BD-90D8-7421AF2F89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1024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A63ECE-DE1D-471D-AA42-DC1F65DA72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Analises Sentimentos</a:t>
            </a:r>
            <a:br>
              <a:rPr lang="pt-BR" dirty="0"/>
            </a:br>
            <a:r>
              <a:rPr lang="pt-BR" dirty="0"/>
              <a:t>(fundamental </a:t>
            </a:r>
            <a:r>
              <a:rPr lang="pt-BR" dirty="0" err="1"/>
              <a:t>forex</a:t>
            </a:r>
            <a:r>
              <a:rPr lang="pt-BR" dirty="0"/>
              <a:t> analises)</a:t>
            </a:r>
          </a:p>
        </p:txBody>
      </p:sp>
    </p:spTree>
    <p:extLst>
      <p:ext uri="{BB962C8B-B14F-4D97-AF65-F5344CB8AC3E}">
        <p14:creationId xmlns:p14="http://schemas.microsoft.com/office/powerpoint/2010/main" val="2542446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A7F18E-A24E-4BA8-9B5C-C68CACFB7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7311"/>
          </a:xfrm>
        </p:spPr>
        <p:txBody>
          <a:bodyPr>
            <a:normAutofit fontScale="90000"/>
          </a:bodyPr>
          <a:lstStyle/>
          <a:p>
            <a:r>
              <a:rPr lang="pt-BR" dirty="0"/>
              <a:t>Logica  </a:t>
            </a:r>
            <a:br>
              <a:rPr lang="pt-BR" dirty="0"/>
            </a:br>
            <a:r>
              <a:rPr lang="pt-BR" dirty="0"/>
              <a:t>Dificuldade Alta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394BDE7C-A862-48B1-A675-FDDC2E6927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532836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76189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CC01DB-9AAF-46C5-A87D-B9C46F7DF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    Dez (10) códigos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E2719425-F376-44BE-B794-5EF72BA37A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7142449"/>
              </p:ext>
            </p:extLst>
          </p:nvPr>
        </p:nvGraphicFramePr>
        <p:xfrm>
          <a:off x="838200" y="1825625"/>
          <a:ext cx="10515596" cy="421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6018">
                  <a:extLst>
                    <a:ext uri="{9D8B030D-6E8A-4147-A177-3AD203B41FA5}">
                      <a16:colId xmlns:a16="http://schemas.microsoft.com/office/drawing/2014/main" val="1911121850"/>
                    </a:ext>
                  </a:extLst>
                </a:gridCol>
                <a:gridCol w="3484328">
                  <a:extLst>
                    <a:ext uri="{9D8B030D-6E8A-4147-A177-3AD203B41FA5}">
                      <a16:colId xmlns:a16="http://schemas.microsoft.com/office/drawing/2014/main" val="2637941740"/>
                    </a:ext>
                  </a:extLst>
                </a:gridCol>
                <a:gridCol w="1378618">
                  <a:extLst>
                    <a:ext uri="{9D8B030D-6E8A-4147-A177-3AD203B41FA5}">
                      <a16:colId xmlns:a16="http://schemas.microsoft.com/office/drawing/2014/main" val="198030311"/>
                    </a:ext>
                  </a:extLst>
                </a:gridCol>
                <a:gridCol w="4606632">
                  <a:extLst>
                    <a:ext uri="{9D8B030D-6E8A-4147-A177-3AD203B41FA5}">
                      <a16:colId xmlns:a16="http://schemas.microsoft.com/office/drawing/2014/main" val="19212279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Foco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Quan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/>
                        <a:t>Anotacoes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565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Ntlv1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Polaridade analise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Baseado em </a:t>
                      </a:r>
                      <a:r>
                        <a:rPr lang="pt-BR" dirty="0" err="1"/>
                        <a:t>tensorflow</a:t>
                      </a:r>
                      <a:r>
                        <a:rPr lang="pt-BR" dirty="0"/>
                        <a:t> (funciona em computadores com processador INTEL)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283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Ntlv2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Baseado em tweets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Altamente subjetivo (dependendo das pessoas que usam </a:t>
                      </a:r>
                      <a:r>
                        <a:rPr lang="pt-BR" dirty="0" err="1"/>
                        <a:t>twitter</a:t>
                      </a:r>
                      <a:r>
                        <a:rPr lang="pt-BR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703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Ntlv3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Baseado em </a:t>
                      </a:r>
                      <a:r>
                        <a:rPr lang="pt-BR" dirty="0" err="1"/>
                        <a:t>conteo</a:t>
                      </a:r>
                      <a:r>
                        <a:rPr lang="pt-BR" dirty="0"/>
                        <a:t> de </a:t>
                      </a:r>
                      <a:r>
                        <a:rPr lang="pt-BR" dirty="0" err="1"/>
                        <a:t>frequencia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Meramente estadístico (ótimo em caso de criptografia)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259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ntvl4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Teste conceito </a:t>
                      </a:r>
                      <a:r>
                        <a:rPr lang="pt-BR" dirty="0" err="1"/>
                        <a:t>naivesbayes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Funciona porem precisa base de dados de conhecimento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520665"/>
                  </a:ext>
                </a:extLst>
              </a:tr>
              <a:tr h="144491">
                <a:tc>
                  <a:txBody>
                    <a:bodyPr/>
                    <a:lstStyle/>
                    <a:p>
                      <a:r>
                        <a:rPr lang="pt-BR" dirty="0"/>
                        <a:t>ntvl5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Teste conceito </a:t>
                      </a:r>
                      <a:r>
                        <a:rPr lang="pt-BR" dirty="0" err="1"/>
                        <a:t>scapy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Funciona porem precisa base de dados de conhecimento</a:t>
                      </a:r>
                    </a:p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612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ntklinst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Configuração básica via 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566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72228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117</Words>
  <Application>Microsoft Office PowerPoint</Application>
  <PresentationFormat>Widescreen</PresentationFormat>
  <Paragraphs>35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Analises Sentimentos (fundamental forex analises)</vt:lpstr>
      <vt:lpstr>Logica   Dificuldade Alta</vt:lpstr>
      <vt:lpstr>Resultados    Dez (10) códigos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Analises Sentimentos (fundamental forex analises)</dc:title>
  <dc:creator>JOHN JAIRO SANABRIA SARMIENTO</dc:creator>
  <cp:lastModifiedBy>JOHN JAIRO SANABRIA SARMIENTO</cp:lastModifiedBy>
  <cp:revision>5</cp:revision>
  <dcterms:created xsi:type="dcterms:W3CDTF">2021-04-13T10:39:54Z</dcterms:created>
  <dcterms:modified xsi:type="dcterms:W3CDTF">2021-04-13T10:58:38Z</dcterms:modified>
</cp:coreProperties>
</file>