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comment1.xml" ContentType="application/vnd.openxmlformats-officedocument.presentationml.comment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HN JAIRO SANABRIA SARMIENTO" initials="JJSS" lastIdx="1" clrIdx="0">
    <p:extLst>
      <p:ext uri="{19B8F6BF-5375-455C-9EA6-DF929625EA0E}">
        <p15:presenceInfo xmlns:p15="http://schemas.microsoft.com/office/powerpoint/2012/main" userId="7edf685641eae92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60" d="100"/>
          <a:sy n="60" d="100"/>
        </p:scale>
        <p:origin x="1140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4-13T06:09:26.301" idx="1">
    <p:pos x="550" y="26"/>
    <p:text/>
    <p:extLst>
      <p:ext uri="{C676402C-5697-4E1C-873F-D02D1690AC5C}">
        <p15:threadingInfo xmlns:p15="http://schemas.microsoft.com/office/powerpoint/2012/main" timeZoneBias="180"/>
      </p:ext>
    </p:extLs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476531-AB57-406C-AA60-AB319D80D2EB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A61C3B0-BC01-4E52-B3B3-2F276C17253B}">
      <dgm:prSet phldrT="[Texto]"/>
      <dgm:spPr/>
      <dgm:t>
        <a:bodyPr/>
        <a:lstStyle/>
        <a:p>
          <a:r>
            <a:rPr lang="pt-BR" dirty="0"/>
            <a:t>Definição do site </a:t>
          </a:r>
        </a:p>
      </dgm:t>
    </dgm:pt>
    <dgm:pt modelId="{CA6A950F-604B-4124-9483-4E16EE55C2F8}" type="parTrans" cxnId="{A24AEF66-FE5F-43D9-B095-8E23376ED950}">
      <dgm:prSet/>
      <dgm:spPr/>
      <dgm:t>
        <a:bodyPr/>
        <a:lstStyle/>
        <a:p>
          <a:endParaRPr lang="pt-BR"/>
        </a:p>
      </dgm:t>
    </dgm:pt>
    <dgm:pt modelId="{9E82ADB8-B11B-492E-B4F5-1E62B68B6641}" type="sibTrans" cxnId="{A24AEF66-FE5F-43D9-B095-8E23376ED950}">
      <dgm:prSet/>
      <dgm:spPr/>
      <dgm:t>
        <a:bodyPr/>
        <a:lstStyle/>
        <a:p>
          <a:endParaRPr lang="pt-BR"/>
        </a:p>
      </dgm:t>
    </dgm:pt>
    <dgm:pt modelId="{7BCCDDD0-559F-4A3E-9199-5E624341054C}">
      <dgm:prSet phldrT="[Texto]"/>
      <dgm:spPr/>
      <dgm:t>
        <a:bodyPr/>
        <a:lstStyle/>
        <a:p>
          <a:endParaRPr lang="pt-BR" dirty="0"/>
        </a:p>
      </dgm:t>
    </dgm:pt>
    <dgm:pt modelId="{2E4370BA-C2A5-4B89-9CD2-52E68AE88086}" type="parTrans" cxnId="{F5613418-BE9A-45AE-9E54-5D1B7C45BFFC}">
      <dgm:prSet/>
      <dgm:spPr/>
      <dgm:t>
        <a:bodyPr/>
        <a:lstStyle/>
        <a:p>
          <a:endParaRPr lang="pt-BR"/>
        </a:p>
      </dgm:t>
    </dgm:pt>
    <dgm:pt modelId="{36365198-F94B-46EE-9797-C661678BBA9C}" type="sibTrans" cxnId="{F5613418-BE9A-45AE-9E54-5D1B7C45BFFC}">
      <dgm:prSet/>
      <dgm:spPr/>
      <dgm:t>
        <a:bodyPr/>
        <a:lstStyle/>
        <a:p>
          <a:endParaRPr lang="pt-BR"/>
        </a:p>
      </dgm:t>
    </dgm:pt>
    <dgm:pt modelId="{554A42EB-9A44-4EFF-891A-F00268DBE026}">
      <dgm:prSet phldrT="[Texto]"/>
      <dgm:spPr/>
      <dgm:t>
        <a:bodyPr/>
        <a:lstStyle/>
        <a:p>
          <a:r>
            <a:rPr lang="pt-BR" dirty="0"/>
            <a:t>Analise do site (codificação HTML)</a:t>
          </a:r>
        </a:p>
      </dgm:t>
    </dgm:pt>
    <dgm:pt modelId="{8E83DFE9-DE3B-4C69-8E52-E44E6EF0BD7E}" type="parTrans" cxnId="{906041C8-3EDF-4815-9375-8C5CDA7D33A2}">
      <dgm:prSet/>
      <dgm:spPr/>
      <dgm:t>
        <a:bodyPr/>
        <a:lstStyle/>
        <a:p>
          <a:endParaRPr lang="pt-BR"/>
        </a:p>
      </dgm:t>
    </dgm:pt>
    <dgm:pt modelId="{09C6C2D6-450A-43B1-8577-4E8D943B025F}" type="sibTrans" cxnId="{906041C8-3EDF-4815-9375-8C5CDA7D33A2}">
      <dgm:prSet/>
      <dgm:spPr/>
      <dgm:t>
        <a:bodyPr/>
        <a:lstStyle/>
        <a:p>
          <a:endParaRPr lang="pt-BR"/>
        </a:p>
      </dgm:t>
    </dgm:pt>
    <dgm:pt modelId="{2771FE15-174E-4FF0-90D3-23AF4F1681E5}">
      <dgm:prSet phldrT="[Texto]"/>
      <dgm:spPr/>
      <dgm:t>
        <a:bodyPr/>
        <a:lstStyle/>
        <a:p>
          <a:r>
            <a:rPr lang="pt-BR" dirty="0"/>
            <a:t>Código python </a:t>
          </a:r>
        </a:p>
      </dgm:t>
    </dgm:pt>
    <dgm:pt modelId="{CF5C9176-DE14-4A08-89C3-F317B3FA8B61}" type="parTrans" cxnId="{10A5E809-DD93-4F50-805E-C166AE795099}">
      <dgm:prSet/>
      <dgm:spPr/>
      <dgm:t>
        <a:bodyPr/>
        <a:lstStyle/>
        <a:p>
          <a:endParaRPr lang="pt-BR"/>
        </a:p>
      </dgm:t>
    </dgm:pt>
    <dgm:pt modelId="{79E1F950-0530-4229-A7DA-29B5050CE6BE}" type="sibTrans" cxnId="{10A5E809-DD93-4F50-805E-C166AE795099}">
      <dgm:prSet/>
      <dgm:spPr/>
      <dgm:t>
        <a:bodyPr/>
        <a:lstStyle/>
        <a:p>
          <a:endParaRPr lang="pt-BR"/>
        </a:p>
      </dgm:t>
    </dgm:pt>
    <dgm:pt modelId="{F26BE643-2F3A-4807-A764-719C0249605C}">
      <dgm:prSet phldrT="[Texto]"/>
      <dgm:spPr/>
      <dgm:t>
        <a:bodyPr/>
        <a:lstStyle/>
        <a:p>
          <a:r>
            <a:rPr lang="pt-BR" dirty="0"/>
            <a:t>Designação dos mecanismos de filtrado</a:t>
          </a:r>
        </a:p>
      </dgm:t>
    </dgm:pt>
    <dgm:pt modelId="{34A520B1-D90A-4549-B7CE-0DF3FD90621D}" type="parTrans" cxnId="{47AFBF9A-E25B-4F73-A76B-323A050FB7A4}">
      <dgm:prSet/>
      <dgm:spPr/>
      <dgm:t>
        <a:bodyPr/>
        <a:lstStyle/>
        <a:p>
          <a:endParaRPr lang="pt-BR"/>
        </a:p>
      </dgm:t>
    </dgm:pt>
    <dgm:pt modelId="{B949C72B-BA4C-49EB-95B4-EEEBB9C73A08}" type="sibTrans" cxnId="{47AFBF9A-E25B-4F73-A76B-323A050FB7A4}">
      <dgm:prSet/>
      <dgm:spPr/>
      <dgm:t>
        <a:bodyPr/>
        <a:lstStyle/>
        <a:p>
          <a:endParaRPr lang="pt-BR"/>
        </a:p>
      </dgm:t>
    </dgm:pt>
    <dgm:pt modelId="{8A07C30F-1607-4D8A-ADCA-720278504718}" type="pres">
      <dgm:prSet presAssocID="{84476531-AB57-406C-AA60-AB319D80D2EB}" presName="rootnode" presStyleCnt="0">
        <dgm:presLayoutVars>
          <dgm:chMax/>
          <dgm:chPref/>
          <dgm:dir/>
          <dgm:animLvl val="lvl"/>
        </dgm:presLayoutVars>
      </dgm:prSet>
      <dgm:spPr/>
    </dgm:pt>
    <dgm:pt modelId="{291DFC55-8E2B-411D-891E-680C96C9940C}" type="pres">
      <dgm:prSet presAssocID="{FA61C3B0-BC01-4E52-B3B3-2F276C17253B}" presName="composite" presStyleCnt="0"/>
      <dgm:spPr/>
    </dgm:pt>
    <dgm:pt modelId="{134D7195-5550-4665-96E5-746D0CA71292}" type="pres">
      <dgm:prSet presAssocID="{FA61C3B0-BC01-4E52-B3B3-2F276C17253B}" presName="bentUpArrow1" presStyleLbl="alignImgPlace1" presStyleIdx="0" presStyleCnt="3"/>
      <dgm:spPr/>
    </dgm:pt>
    <dgm:pt modelId="{A855AE94-0F43-4BEB-A7C0-D1A5742AE9FF}" type="pres">
      <dgm:prSet presAssocID="{FA61C3B0-BC01-4E52-B3B3-2F276C17253B}" presName="ParentText" presStyleLbl="node1" presStyleIdx="0" presStyleCnt="4">
        <dgm:presLayoutVars>
          <dgm:chMax val="1"/>
          <dgm:chPref val="1"/>
          <dgm:bulletEnabled val="1"/>
        </dgm:presLayoutVars>
      </dgm:prSet>
      <dgm:spPr/>
    </dgm:pt>
    <dgm:pt modelId="{0D77FC80-9281-41D7-8231-414CF0801685}" type="pres">
      <dgm:prSet presAssocID="{FA61C3B0-BC01-4E52-B3B3-2F276C17253B}" presName="ChildText" presStyleLbl="revTx" presStyleIdx="0" presStyleCnt="3" custScaleX="213419" custLinFactNeighborX="61391" custLinFactNeighborY="2588">
        <dgm:presLayoutVars>
          <dgm:chMax val="0"/>
          <dgm:chPref val="0"/>
          <dgm:bulletEnabled val="1"/>
        </dgm:presLayoutVars>
      </dgm:prSet>
      <dgm:spPr/>
    </dgm:pt>
    <dgm:pt modelId="{634CC88B-958B-4D24-A158-C2B425BFB4A8}" type="pres">
      <dgm:prSet presAssocID="{9E82ADB8-B11B-492E-B4F5-1E62B68B6641}" presName="sibTrans" presStyleCnt="0"/>
      <dgm:spPr/>
    </dgm:pt>
    <dgm:pt modelId="{4290C3E3-9AA2-418E-B8E6-F672579F185B}" type="pres">
      <dgm:prSet presAssocID="{554A42EB-9A44-4EFF-891A-F00268DBE026}" presName="composite" presStyleCnt="0"/>
      <dgm:spPr/>
    </dgm:pt>
    <dgm:pt modelId="{56B475D4-0650-44A6-A470-E4866E4E35D7}" type="pres">
      <dgm:prSet presAssocID="{554A42EB-9A44-4EFF-891A-F00268DBE026}" presName="bentUpArrow1" presStyleLbl="alignImgPlace1" presStyleIdx="1" presStyleCnt="3"/>
      <dgm:spPr/>
    </dgm:pt>
    <dgm:pt modelId="{24A3BD1D-064B-464F-8F47-2A743CA206F1}" type="pres">
      <dgm:prSet presAssocID="{554A42EB-9A44-4EFF-891A-F00268DBE026}" presName="ParentText" presStyleLbl="node1" presStyleIdx="1" presStyleCnt="4" custLinFactNeighborX="-25619" custLinFactNeighborY="-2091">
        <dgm:presLayoutVars>
          <dgm:chMax val="1"/>
          <dgm:chPref val="1"/>
          <dgm:bulletEnabled val="1"/>
        </dgm:presLayoutVars>
      </dgm:prSet>
      <dgm:spPr/>
    </dgm:pt>
    <dgm:pt modelId="{FB07ED83-3DEB-4C9E-AB03-56AC93401015}" type="pres">
      <dgm:prSet presAssocID="{554A42EB-9A44-4EFF-891A-F00268DBE026}" presName="ChildText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79F690DA-45FA-4644-8E00-6D22B88FE8CC}" type="pres">
      <dgm:prSet presAssocID="{09C6C2D6-450A-43B1-8577-4E8D943B025F}" presName="sibTrans" presStyleCnt="0"/>
      <dgm:spPr/>
    </dgm:pt>
    <dgm:pt modelId="{3D58C316-667B-40D7-B778-1268B151998A}" type="pres">
      <dgm:prSet presAssocID="{F26BE643-2F3A-4807-A764-719C0249605C}" presName="composite" presStyleCnt="0"/>
      <dgm:spPr/>
    </dgm:pt>
    <dgm:pt modelId="{7E12887A-26B7-4379-B492-5AF8470EE6F8}" type="pres">
      <dgm:prSet presAssocID="{F26BE643-2F3A-4807-A764-719C0249605C}" presName="bentUpArrow1" presStyleLbl="alignImgPlace1" presStyleIdx="2" presStyleCnt="3"/>
      <dgm:spPr/>
    </dgm:pt>
    <dgm:pt modelId="{3D5A9425-D6E6-42EB-ACD4-CAB458BC9CDF}" type="pres">
      <dgm:prSet presAssocID="{F26BE643-2F3A-4807-A764-719C0249605C}" presName="ParentText" presStyleLbl="node1" presStyleIdx="2" presStyleCnt="4" custLinFactNeighborX="-25619" custLinFactNeighborY="-2091">
        <dgm:presLayoutVars>
          <dgm:chMax val="1"/>
          <dgm:chPref val="1"/>
          <dgm:bulletEnabled val="1"/>
        </dgm:presLayoutVars>
      </dgm:prSet>
      <dgm:spPr/>
    </dgm:pt>
    <dgm:pt modelId="{BAE87495-2250-467F-8F43-7CAF66B38256}" type="pres">
      <dgm:prSet presAssocID="{F26BE643-2F3A-4807-A764-719C0249605C}" presName="ChildText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0B327BC7-775D-45FB-A29B-7F84C96F6579}" type="pres">
      <dgm:prSet presAssocID="{B949C72B-BA4C-49EB-95B4-EEEBB9C73A08}" presName="sibTrans" presStyleCnt="0"/>
      <dgm:spPr/>
    </dgm:pt>
    <dgm:pt modelId="{841947CE-5162-4A9B-9164-969ABE287AB5}" type="pres">
      <dgm:prSet presAssocID="{2771FE15-174E-4FF0-90D3-23AF4F1681E5}" presName="composite" presStyleCnt="0"/>
      <dgm:spPr/>
    </dgm:pt>
    <dgm:pt modelId="{37566A88-D456-434C-B090-5F84741208A9}" type="pres">
      <dgm:prSet presAssocID="{2771FE15-174E-4FF0-90D3-23AF4F1681E5}" presName="ParentText" presStyleLbl="node1" presStyleIdx="3" presStyleCnt="4" custLinFactNeighborX="-26604">
        <dgm:presLayoutVars>
          <dgm:chMax val="1"/>
          <dgm:chPref val="1"/>
          <dgm:bulletEnabled val="1"/>
        </dgm:presLayoutVars>
      </dgm:prSet>
      <dgm:spPr/>
    </dgm:pt>
  </dgm:ptLst>
  <dgm:cxnLst>
    <dgm:cxn modelId="{A4FAF207-58C6-4585-9B1F-C949CD7F389A}" type="presOf" srcId="{FA61C3B0-BC01-4E52-B3B3-2F276C17253B}" destId="{A855AE94-0F43-4BEB-A7C0-D1A5742AE9FF}" srcOrd="0" destOrd="0" presId="urn:microsoft.com/office/officeart/2005/8/layout/StepDownProcess"/>
    <dgm:cxn modelId="{10A5E809-DD93-4F50-805E-C166AE795099}" srcId="{84476531-AB57-406C-AA60-AB319D80D2EB}" destId="{2771FE15-174E-4FF0-90D3-23AF4F1681E5}" srcOrd="3" destOrd="0" parTransId="{CF5C9176-DE14-4A08-89C3-F317B3FA8B61}" sibTransId="{79E1F950-0530-4229-A7DA-29B5050CE6BE}"/>
    <dgm:cxn modelId="{F5613418-BE9A-45AE-9E54-5D1B7C45BFFC}" srcId="{FA61C3B0-BC01-4E52-B3B3-2F276C17253B}" destId="{7BCCDDD0-559F-4A3E-9199-5E624341054C}" srcOrd="0" destOrd="0" parTransId="{2E4370BA-C2A5-4B89-9CD2-52E68AE88086}" sibTransId="{36365198-F94B-46EE-9797-C661678BBA9C}"/>
    <dgm:cxn modelId="{A24AEF66-FE5F-43D9-B095-8E23376ED950}" srcId="{84476531-AB57-406C-AA60-AB319D80D2EB}" destId="{FA61C3B0-BC01-4E52-B3B3-2F276C17253B}" srcOrd="0" destOrd="0" parTransId="{CA6A950F-604B-4124-9483-4E16EE55C2F8}" sibTransId="{9E82ADB8-B11B-492E-B4F5-1E62B68B6641}"/>
    <dgm:cxn modelId="{66353B4F-6B02-442B-8F86-E860B1C3C95D}" type="presOf" srcId="{84476531-AB57-406C-AA60-AB319D80D2EB}" destId="{8A07C30F-1607-4D8A-ADCA-720278504718}" srcOrd="0" destOrd="0" presId="urn:microsoft.com/office/officeart/2005/8/layout/StepDownProcess"/>
    <dgm:cxn modelId="{19882770-7EED-4DAE-BA97-015B193A1EF8}" type="presOf" srcId="{554A42EB-9A44-4EFF-891A-F00268DBE026}" destId="{24A3BD1D-064B-464F-8F47-2A743CA206F1}" srcOrd="0" destOrd="0" presId="urn:microsoft.com/office/officeart/2005/8/layout/StepDownProcess"/>
    <dgm:cxn modelId="{770B2057-58AF-45E6-8562-F4CBCEC3EB06}" type="presOf" srcId="{7BCCDDD0-559F-4A3E-9199-5E624341054C}" destId="{0D77FC80-9281-41D7-8231-414CF0801685}" srcOrd="0" destOrd="0" presId="urn:microsoft.com/office/officeart/2005/8/layout/StepDownProcess"/>
    <dgm:cxn modelId="{0AF50F89-C074-41EA-A422-D34D85F93282}" type="presOf" srcId="{F26BE643-2F3A-4807-A764-719C0249605C}" destId="{3D5A9425-D6E6-42EB-ACD4-CAB458BC9CDF}" srcOrd="0" destOrd="0" presId="urn:microsoft.com/office/officeart/2005/8/layout/StepDownProcess"/>
    <dgm:cxn modelId="{47AFBF9A-E25B-4F73-A76B-323A050FB7A4}" srcId="{84476531-AB57-406C-AA60-AB319D80D2EB}" destId="{F26BE643-2F3A-4807-A764-719C0249605C}" srcOrd="2" destOrd="0" parTransId="{34A520B1-D90A-4549-B7CE-0DF3FD90621D}" sibTransId="{B949C72B-BA4C-49EB-95B4-EEEBB9C73A08}"/>
    <dgm:cxn modelId="{CF2D60A3-6BE5-464B-8F2D-A69A1F665B9E}" type="presOf" srcId="{2771FE15-174E-4FF0-90D3-23AF4F1681E5}" destId="{37566A88-D456-434C-B090-5F84741208A9}" srcOrd="0" destOrd="0" presId="urn:microsoft.com/office/officeart/2005/8/layout/StepDownProcess"/>
    <dgm:cxn modelId="{906041C8-3EDF-4815-9375-8C5CDA7D33A2}" srcId="{84476531-AB57-406C-AA60-AB319D80D2EB}" destId="{554A42EB-9A44-4EFF-891A-F00268DBE026}" srcOrd="1" destOrd="0" parTransId="{8E83DFE9-DE3B-4C69-8E52-E44E6EF0BD7E}" sibTransId="{09C6C2D6-450A-43B1-8577-4E8D943B025F}"/>
    <dgm:cxn modelId="{26EC378B-2C2C-4BBF-8385-E4F40D428781}" type="presParOf" srcId="{8A07C30F-1607-4D8A-ADCA-720278504718}" destId="{291DFC55-8E2B-411D-891E-680C96C9940C}" srcOrd="0" destOrd="0" presId="urn:microsoft.com/office/officeart/2005/8/layout/StepDownProcess"/>
    <dgm:cxn modelId="{CAE79064-E862-4B1F-AB8D-9D9AB90E2083}" type="presParOf" srcId="{291DFC55-8E2B-411D-891E-680C96C9940C}" destId="{134D7195-5550-4665-96E5-746D0CA71292}" srcOrd="0" destOrd="0" presId="urn:microsoft.com/office/officeart/2005/8/layout/StepDownProcess"/>
    <dgm:cxn modelId="{5C1F84EB-E63D-43CE-AEA5-B0C813A55256}" type="presParOf" srcId="{291DFC55-8E2B-411D-891E-680C96C9940C}" destId="{A855AE94-0F43-4BEB-A7C0-D1A5742AE9FF}" srcOrd="1" destOrd="0" presId="urn:microsoft.com/office/officeart/2005/8/layout/StepDownProcess"/>
    <dgm:cxn modelId="{84E28437-2DD0-49A1-9AB6-079CFD26C4AF}" type="presParOf" srcId="{291DFC55-8E2B-411D-891E-680C96C9940C}" destId="{0D77FC80-9281-41D7-8231-414CF0801685}" srcOrd="2" destOrd="0" presId="urn:microsoft.com/office/officeart/2005/8/layout/StepDownProcess"/>
    <dgm:cxn modelId="{CD8A5021-B7F0-4834-9190-8642C42075A7}" type="presParOf" srcId="{8A07C30F-1607-4D8A-ADCA-720278504718}" destId="{634CC88B-958B-4D24-A158-C2B425BFB4A8}" srcOrd="1" destOrd="0" presId="urn:microsoft.com/office/officeart/2005/8/layout/StepDownProcess"/>
    <dgm:cxn modelId="{78D57A90-4C47-4B19-B9F7-F012BFE2772E}" type="presParOf" srcId="{8A07C30F-1607-4D8A-ADCA-720278504718}" destId="{4290C3E3-9AA2-418E-B8E6-F672579F185B}" srcOrd="2" destOrd="0" presId="urn:microsoft.com/office/officeart/2005/8/layout/StepDownProcess"/>
    <dgm:cxn modelId="{0C1B2C3B-E676-4C53-A6D3-CD7F9AAC9B19}" type="presParOf" srcId="{4290C3E3-9AA2-418E-B8E6-F672579F185B}" destId="{56B475D4-0650-44A6-A470-E4866E4E35D7}" srcOrd="0" destOrd="0" presId="urn:microsoft.com/office/officeart/2005/8/layout/StepDownProcess"/>
    <dgm:cxn modelId="{28995CF4-88FE-46E8-9CBF-C29E93458B59}" type="presParOf" srcId="{4290C3E3-9AA2-418E-B8E6-F672579F185B}" destId="{24A3BD1D-064B-464F-8F47-2A743CA206F1}" srcOrd="1" destOrd="0" presId="urn:microsoft.com/office/officeart/2005/8/layout/StepDownProcess"/>
    <dgm:cxn modelId="{B0F187B6-6E19-4EF5-BD17-CD710B53C1C5}" type="presParOf" srcId="{4290C3E3-9AA2-418E-B8E6-F672579F185B}" destId="{FB07ED83-3DEB-4C9E-AB03-56AC93401015}" srcOrd="2" destOrd="0" presId="urn:microsoft.com/office/officeart/2005/8/layout/StepDownProcess"/>
    <dgm:cxn modelId="{2E86A185-E706-4C7B-A771-E45C09A892E2}" type="presParOf" srcId="{8A07C30F-1607-4D8A-ADCA-720278504718}" destId="{79F690DA-45FA-4644-8E00-6D22B88FE8CC}" srcOrd="3" destOrd="0" presId="urn:microsoft.com/office/officeart/2005/8/layout/StepDownProcess"/>
    <dgm:cxn modelId="{F2A01FAE-6600-44D8-A594-A5B65614E50D}" type="presParOf" srcId="{8A07C30F-1607-4D8A-ADCA-720278504718}" destId="{3D58C316-667B-40D7-B778-1268B151998A}" srcOrd="4" destOrd="0" presId="urn:microsoft.com/office/officeart/2005/8/layout/StepDownProcess"/>
    <dgm:cxn modelId="{BB1A7128-A00D-407D-A6B2-C334061E6503}" type="presParOf" srcId="{3D58C316-667B-40D7-B778-1268B151998A}" destId="{7E12887A-26B7-4379-B492-5AF8470EE6F8}" srcOrd="0" destOrd="0" presId="urn:microsoft.com/office/officeart/2005/8/layout/StepDownProcess"/>
    <dgm:cxn modelId="{0EED616A-13BF-4752-927A-3B00DA61F1E2}" type="presParOf" srcId="{3D58C316-667B-40D7-B778-1268B151998A}" destId="{3D5A9425-D6E6-42EB-ACD4-CAB458BC9CDF}" srcOrd="1" destOrd="0" presId="urn:microsoft.com/office/officeart/2005/8/layout/StepDownProcess"/>
    <dgm:cxn modelId="{CA334782-4CA4-4DFD-A073-9A4951989603}" type="presParOf" srcId="{3D58C316-667B-40D7-B778-1268B151998A}" destId="{BAE87495-2250-467F-8F43-7CAF66B38256}" srcOrd="2" destOrd="0" presId="urn:microsoft.com/office/officeart/2005/8/layout/StepDownProcess"/>
    <dgm:cxn modelId="{414147F9-E5B1-400F-8E85-B0DC002D0BAD}" type="presParOf" srcId="{8A07C30F-1607-4D8A-ADCA-720278504718}" destId="{0B327BC7-775D-45FB-A29B-7F84C96F6579}" srcOrd="5" destOrd="0" presId="urn:microsoft.com/office/officeart/2005/8/layout/StepDownProcess"/>
    <dgm:cxn modelId="{88A22B51-499E-482F-AB08-D604407AD30D}" type="presParOf" srcId="{8A07C30F-1607-4D8A-ADCA-720278504718}" destId="{841947CE-5162-4A9B-9164-969ABE287AB5}" srcOrd="6" destOrd="0" presId="urn:microsoft.com/office/officeart/2005/8/layout/StepDownProcess"/>
    <dgm:cxn modelId="{B85BE865-E6C0-4315-B4A4-8A85972F0803}" type="presParOf" srcId="{841947CE-5162-4A9B-9164-969ABE287AB5}" destId="{37566A88-D456-434C-B090-5F84741208A9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362156F-7D90-4F66-8ABE-0FF29981670C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027A29DA-56E4-46B3-A14C-E186B14E85F9}">
      <dgm:prSet phldrT="[Texto]"/>
      <dgm:spPr/>
      <dgm:t>
        <a:bodyPr/>
        <a:lstStyle/>
        <a:p>
          <a:r>
            <a:rPr lang="pt-BR" dirty="0"/>
            <a:t>Navegação autônoma ao site</a:t>
          </a:r>
        </a:p>
      </dgm:t>
    </dgm:pt>
    <dgm:pt modelId="{EBF102B0-BB43-4CB5-96A6-094A683ED52F}" type="parTrans" cxnId="{6D08FB33-9F71-4AF9-85A2-D706725EA847}">
      <dgm:prSet/>
      <dgm:spPr/>
      <dgm:t>
        <a:bodyPr/>
        <a:lstStyle/>
        <a:p>
          <a:endParaRPr lang="pt-BR"/>
        </a:p>
      </dgm:t>
    </dgm:pt>
    <dgm:pt modelId="{570C5CBA-E1E7-42EB-893B-154AAAD94909}" type="sibTrans" cxnId="{6D08FB33-9F71-4AF9-85A2-D706725EA847}">
      <dgm:prSet/>
      <dgm:spPr/>
      <dgm:t>
        <a:bodyPr/>
        <a:lstStyle/>
        <a:p>
          <a:endParaRPr lang="pt-BR"/>
        </a:p>
      </dgm:t>
    </dgm:pt>
    <dgm:pt modelId="{66B12695-712C-4803-9F7C-F26807BCA996}">
      <dgm:prSet phldrT="[Texto]"/>
      <dgm:spPr/>
      <dgm:t>
        <a:bodyPr/>
        <a:lstStyle/>
        <a:p>
          <a:r>
            <a:rPr lang="pt-BR" dirty="0"/>
            <a:t>Recuperação dos titulares (</a:t>
          </a:r>
          <a:r>
            <a:rPr lang="pt-BR" dirty="0" err="1"/>
            <a:t>headlines</a:t>
          </a:r>
          <a:r>
            <a:rPr lang="pt-BR" dirty="0"/>
            <a:t>) e link das noticias </a:t>
          </a:r>
        </a:p>
      </dgm:t>
    </dgm:pt>
    <dgm:pt modelId="{00C0BE42-6339-48CE-8807-76CD011F4D3D}" type="parTrans" cxnId="{70E62699-6A76-4808-9320-6BA4EA9F31EE}">
      <dgm:prSet/>
      <dgm:spPr/>
      <dgm:t>
        <a:bodyPr/>
        <a:lstStyle/>
        <a:p>
          <a:endParaRPr lang="pt-BR"/>
        </a:p>
      </dgm:t>
    </dgm:pt>
    <dgm:pt modelId="{A287B6CE-D228-41B9-9F33-33545E5B09B7}" type="sibTrans" cxnId="{70E62699-6A76-4808-9320-6BA4EA9F31EE}">
      <dgm:prSet/>
      <dgm:spPr/>
      <dgm:t>
        <a:bodyPr/>
        <a:lstStyle/>
        <a:p>
          <a:endParaRPr lang="pt-BR"/>
        </a:p>
      </dgm:t>
    </dgm:pt>
    <dgm:pt modelId="{6448EEF0-F1C6-43A5-AFD5-F22C8A4528A1}">
      <dgm:prSet phldrT="[Texto]"/>
      <dgm:spPr/>
      <dgm:t>
        <a:bodyPr/>
        <a:lstStyle/>
        <a:p>
          <a:r>
            <a:rPr lang="pt-BR" dirty="0"/>
            <a:t>Recuperação dos textos das noticias (novo </a:t>
          </a:r>
          <a:r>
            <a:rPr lang="pt-BR" dirty="0" err="1"/>
            <a:t>webscraping</a:t>
          </a:r>
          <a:r>
            <a:rPr lang="pt-BR" dirty="0"/>
            <a:t>)</a:t>
          </a:r>
        </a:p>
      </dgm:t>
    </dgm:pt>
    <dgm:pt modelId="{DCBEF648-74FB-412B-8CD0-646C6E75DDFA}" type="parTrans" cxnId="{23078917-27A8-449D-B125-4C07E18A3C2E}">
      <dgm:prSet/>
      <dgm:spPr/>
      <dgm:t>
        <a:bodyPr/>
        <a:lstStyle/>
        <a:p>
          <a:endParaRPr lang="pt-BR"/>
        </a:p>
      </dgm:t>
    </dgm:pt>
    <dgm:pt modelId="{A5D33702-8DF5-4DC1-9A84-5410136A1D2F}" type="sibTrans" cxnId="{23078917-27A8-449D-B125-4C07E18A3C2E}">
      <dgm:prSet/>
      <dgm:spPr/>
      <dgm:t>
        <a:bodyPr/>
        <a:lstStyle/>
        <a:p>
          <a:endParaRPr lang="pt-BR"/>
        </a:p>
      </dgm:t>
    </dgm:pt>
    <dgm:pt modelId="{9ACC0D6A-2C23-4281-A589-E9F3BD8A42BE}">
      <dgm:prSet phldrT="[Texto]"/>
      <dgm:spPr/>
      <dgm:t>
        <a:bodyPr/>
        <a:lstStyle/>
        <a:p>
          <a:r>
            <a:rPr lang="pt-BR" dirty="0"/>
            <a:t>Navegação autônoma baseada nos links obtidos</a:t>
          </a:r>
        </a:p>
      </dgm:t>
    </dgm:pt>
    <dgm:pt modelId="{362BD93F-01E0-4480-9FC5-B33A732B0436}" type="parTrans" cxnId="{B20D3457-1088-4FC5-AEA2-B878F00E4C5B}">
      <dgm:prSet/>
      <dgm:spPr/>
      <dgm:t>
        <a:bodyPr/>
        <a:lstStyle/>
        <a:p>
          <a:endParaRPr lang="pt-BR"/>
        </a:p>
      </dgm:t>
    </dgm:pt>
    <dgm:pt modelId="{0C9E1D99-9885-4915-97C4-F84C46F73976}" type="sibTrans" cxnId="{B20D3457-1088-4FC5-AEA2-B878F00E4C5B}">
      <dgm:prSet/>
      <dgm:spPr/>
      <dgm:t>
        <a:bodyPr/>
        <a:lstStyle/>
        <a:p>
          <a:endParaRPr lang="pt-BR"/>
        </a:p>
      </dgm:t>
    </dgm:pt>
    <dgm:pt modelId="{483D693D-2845-4170-8F86-59894F27A68C}">
      <dgm:prSet phldrT="[Texto]"/>
      <dgm:spPr/>
      <dgm:t>
        <a:bodyPr/>
        <a:lstStyle/>
        <a:p>
          <a:r>
            <a:rPr lang="pt-BR" dirty="0"/>
            <a:t>Apresentação dos textos e separação em frases</a:t>
          </a:r>
        </a:p>
      </dgm:t>
    </dgm:pt>
    <dgm:pt modelId="{D5617292-C9CD-4D48-A06B-E79553FC6B2C}" type="parTrans" cxnId="{E28FC4F8-30DC-4F04-9F88-6002BAA80170}">
      <dgm:prSet/>
      <dgm:spPr/>
      <dgm:t>
        <a:bodyPr/>
        <a:lstStyle/>
        <a:p>
          <a:endParaRPr lang="pt-BR"/>
        </a:p>
      </dgm:t>
    </dgm:pt>
    <dgm:pt modelId="{4AC7AE99-4F3E-4AB8-B7D1-D900719CA78C}" type="sibTrans" cxnId="{E28FC4F8-30DC-4F04-9F88-6002BAA80170}">
      <dgm:prSet/>
      <dgm:spPr/>
      <dgm:t>
        <a:bodyPr/>
        <a:lstStyle/>
        <a:p>
          <a:endParaRPr lang="pt-BR"/>
        </a:p>
      </dgm:t>
    </dgm:pt>
    <dgm:pt modelId="{6C00F6C6-7ED0-41EE-92FB-E6EB9BDB8251}">
      <dgm:prSet phldrT="[Texto]"/>
      <dgm:spPr/>
      <dgm:t>
        <a:bodyPr/>
        <a:lstStyle/>
        <a:p>
          <a:r>
            <a:rPr lang="pt-BR" dirty="0"/>
            <a:t>Leitura audível dos titulares (voz computador)</a:t>
          </a:r>
        </a:p>
      </dgm:t>
    </dgm:pt>
    <dgm:pt modelId="{80F741F3-9B7D-4CF8-B95E-BCD70F7B79D7}" type="parTrans" cxnId="{DF789F83-4ED3-42B8-B507-8F55A42F9A4E}">
      <dgm:prSet/>
      <dgm:spPr/>
      <dgm:t>
        <a:bodyPr/>
        <a:lstStyle/>
        <a:p>
          <a:endParaRPr lang="pt-BR"/>
        </a:p>
      </dgm:t>
    </dgm:pt>
    <dgm:pt modelId="{3D451CC5-0169-4E69-B7C4-9C03EC6987C6}" type="sibTrans" cxnId="{DF789F83-4ED3-42B8-B507-8F55A42F9A4E}">
      <dgm:prSet/>
      <dgm:spPr/>
      <dgm:t>
        <a:bodyPr/>
        <a:lstStyle/>
        <a:p>
          <a:endParaRPr lang="pt-BR"/>
        </a:p>
      </dgm:t>
    </dgm:pt>
    <dgm:pt modelId="{CA25E597-16C2-4E3D-8C29-C8D53C566CB2}" type="pres">
      <dgm:prSet presAssocID="{2362156F-7D90-4F66-8ABE-0FF29981670C}" presName="linear" presStyleCnt="0">
        <dgm:presLayoutVars>
          <dgm:dir/>
          <dgm:animLvl val="lvl"/>
          <dgm:resizeHandles val="exact"/>
        </dgm:presLayoutVars>
      </dgm:prSet>
      <dgm:spPr/>
    </dgm:pt>
    <dgm:pt modelId="{79DE4BF1-9361-4471-AFD8-79F9FF1E4C7B}" type="pres">
      <dgm:prSet presAssocID="{027A29DA-56E4-46B3-A14C-E186B14E85F9}" presName="parentLin" presStyleCnt="0"/>
      <dgm:spPr/>
    </dgm:pt>
    <dgm:pt modelId="{1B52365C-18FB-4254-BC56-38AA7970970C}" type="pres">
      <dgm:prSet presAssocID="{027A29DA-56E4-46B3-A14C-E186B14E85F9}" presName="parentLeftMargin" presStyleLbl="node1" presStyleIdx="0" presStyleCnt="6"/>
      <dgm:spPr/>
    </dgm:pt>
    <dgm:pt modelId="{3913D612-3359-4E05-8D4C-1850C4940362}" type="pres">
      <dgm:prSet presAssocID="{027A29DA-56E4-46B3-A14C-E186B14E85F9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768D610C-35B4-4FA7-B30D-DB8283FD96FD}" type="pres">
      <dgm:prSet presAssocID="{027A29DA-56E4-46B3-A14C-E186B14E85F9}" presName="negativeSpace" presStyleCnt="0"/>
      <dgm:spPr/>
    </dgm:pt>
    <dgm:pt modelId="{8A3D8185-04B4-4F37-BF3E-16995719BD4D}" type="pres">
      <dgm:prSet presAssocID="{027A29DA-56E4-46B3-A14C-E186B14E85F9}" presName="childText" presStyleLbl="conFgAcc1" presStyleIdx="0" presStyleCnt="6">
        <dgm:presLayoutVars>
          <dgm:bulletEnabled val="1"/>
        </dgm:presLayoutVars>
      </dgm:prSet>
      <dgm:spPr/>
    </dgm:pt>
    <dgm:pt modelId="{C9E15F93-CAE4-48E6-B842-821DB3D3544F}" type="pres">
      <dgm:prSet presAssocID="{570C5CBA-E1E7-42EB-893B-154AAAD94909}" presName="spaceBetweenRectangles" presStyleCnt="0"/>
      <dgm:spPr/>
    </dgm:pt>
    <dgm:pt modelId="{2E3E113A-47D5-4317-BBC8-F1CE31606BDC}" type="pres">
      <dgm:prSet presAssocID="{66B12695-712C-4803-9F7C-F26807BCA996}" presName="parentLin" presStyleCnt="0"/>
      <dgm:spPr/>
    </dgm:pt>
    <dgm:pt modelId="{93687DCA-1E67-41BA-949A-74702165802C}" type="pres">
      <dgm:prSet presAssocID="{66B12695-712C-4803-9F7C-F26807BCA996}" presName="parentLeftMargin" presStyleLbl="node1" presStyleIdx="0" presStyleCnt="6"/>
      <dgm:spPr/>
    </dgm:pt>
    <dgm:pt modelId="{A21325AE-FCA4-4297-80FA-6114F943923A}" type="pres">
      <dgm:prSet presAssocID="{66B12695-712C-4803-9F7C-F26807BCA996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823DE66C-C5E2-42EE-AB01-0FCC0C8D372B}" type="pres">
      <dgm:prSet presAssocID="{66B12695-712C-4803-9F7C-F26807BCA996}" presName="negativeSpace" presStyleCnt="0"/>
      <dgm:spPr/>
    </dgm:pt>
    <dgm:pt modelId="{92D39AEA-B867-456A-A791-3AF2F2ABA991}" type="pres">
      <dgm:prSet presAssocID="{66B12695-712C-4803-9F7C-F26807BCA996}" presName="childText" presStyleLbl="conFgAcc1" presStyleIdx="1" presStyleCnt="6">
        <dgm:presLayoutVars>
          <dgm:bulletEnabled val="1"/>
        </dgm:presLayoutVars>
      </dgm:prSet>
      <dgm:spPr/>
    </dgm:pt>
    <dgm:pt modelId="{D0941EF3-D181-4633-9A15-983FB386C133}" type="pres">
      <dgm:prSet presAssocID="{A287B6CE-D228-41B9-9F33-33545E5B09B7}" presName="spaceBetweenRectangles" presStyleCnt="0"/>
      <dgm:spPr/>
    </dgm:pt>
    <dgm:pt modelId="{15E86D41-6347-404F-A3D6-B4EF0F3C4930}" type="pres">
      <dgm:prSet presAssocID="{9ACC0D6A-2C23-4281-A589-E9F3BD8A42BE}" presName="parentLin" presStyleCnt="0"/>
      <dgm:spPr/>
    </dgm:pt>
    <dgm:pt modelId="{18C966C9-92A0-475C-81A0-E8274F9906D8}" type="pres">
      <dgm:prSet presAssocID="{9ACC0D6A-2C23-4281-A589-E9F3BD8A42BE}" presName="parentLeftMargin" presStyleLbl="node1" presStyleIdx="1" presStyleCnt="6"/>
      <dgm:spPr/>
    </dgm:pt>
    <dgm:pt modelId="{362233BC-3DBD-4DF5-9304-BE0C1D4C43C4}" type="pres">
      <dgm:prSet presAssocID="{9ACC0D6A-2C23-4281-A589-E9F3BD8A42BE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B5121255-8F4A-414C-9288-2927657F1EC2}" type="pres">
      <dgm:prSet presAssocID="{9ACC0D6A-2C23-4281-A589-E9F3BD8A42BE}" presName="negativeSpace" presStyleCnt="0"/>
      <dgm:spPr/>
    </dgm:pt>
    <dgm:pt modelId="{6E22F8E9-1EEE-4EB8-B5C2-BBA67AA0D322}" type="pres">
      <dgm:prSet presAssocID="{9ACC0D6A-2C23-4281-A589-E9F3BD8A42BE}" presName="childText" presStyleLbl="conFgAcc1" presStyleIdx="2" presStyleCnt="6">
        <dgm:presLayoutVars>
          <dgm:bulletEnabled val="1"/>
        </dgm:presLayoutVars>
      </dgm:prSet>
      <dgm:spPr/>
    </dgm:pt>
    <dgm:pt modelId="{1A4DB39A-E6B5-4B8E-B7BA-322CB3EBA5C5}" type="pres">
      <dgm:prSet presAssocID="{0C9E1D99-9885-4915-97C4-F84C46F73976}" presName="spaceBetweenRectangles" presStyleCnt="0"/>
      <dgm:spPr/>
    </dgm:pt>
    <dgm:pt modelId="{B7F16DCD-29D0-47B8-9091-713CFA1E886A}" type="pres">
      <dgm:prSet presAssocID="{6448EEF0-F1C6-43A5-AFD5-F22C8A4528A1}" presName="parentLin" presStyleCnt="0"/>
      <dgm:spPr/>
    </dgm:pt>
    <dgm:pt modelId="{CE343BD5-4C73-4C3F-9D4A-2AA9D49F68D7}" type="pres">
      <dgm:prSet presAssocID="{6448EEF0-F1C6-43A5-AFD5-F22C8A4528A1}" presName="parentLeftMargin" presStyleLbl="node1" presStyleIdx="2" presStyleCnt="6"/>
      <dgm:spPr/>
    </dgm:pt>
    <dgm:pt modelId="{61310A23-50B4-470D-9525-3037B095BF39}" type="pres">
      <dgm:prSet presAssocID="{6448EEF0-F1C6-43A5-AFD5-F22C8A4528A1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538857F7-04CF-4ED6-BE3D-B265FAF4AF2F}" type="pres">
      <dgm:prSet presAssocID="{6448EEF0-F1C6-43A5-AFD5-F22C8A4528A1}" presName="negativeSpace" presStyleCnt="0"/>
      <dgm:spPr/>
    </dgm:pt>
    <dgm:pt modelId="{2AEFE23B-F95C-4688-AE54-9D0AC3A0BC10}" type="pres">
      <dgm:prSet presAssocID="{6448EEF0-F1C6-43A5-AFD5-F22C8A4528A1}" presName="childText" presStyleLbl="conFgAcc1" presStyleIdx="3" presStyleCnt="6">
        <dgm:presLayoutVars>
          <dgm:bulletEnabled val="1"/>
        </dgm:presLayoutVars>
      </dgm:prSet>
      <dgm:spPr/>
    </dgm:pt>
    <dgm:pt modelId="{6E2B7A82-A9AC-4258-B23A-FFFE621DE688}" type="pres">
      <dgm:prSet presAssocID="{A5D33702-8DF5-4DC1-9A84-5410136A1D2F}" presName="spaceBetweenRectangles" presStyleCnt="0"/>
      <dgm:spPr/>
    </dgm:pt>
    <dgm:pt modelId="{7FCB20B2-6DB8-4967-A4F7-451B7D9C8338}" type="pres">
      <dgm:prSet presAssocID="{483D693D-2845-4170-8F86-59894F27A68C}" presName="parentLin" presStyleCnt="0"/>
      <dgm:spPr/>
    </dgm:pt>
    <dgm:pt modelId="{901CBF38-1ED7-4BEA-9770-14779BC24732}" type="pres">
      <dgm:prSet presAssocID="{483D693D-2845-4170-8F86-59894F27A68C}" presName="parentLeftMargin" presStyleLbl="node1" presStyleIdx="3" presStyleCnt="6"/>
      <dgm:spPr/>
    </dgm:pt>
    <dgm:pt modelId="{4DC95C15-5DA7-4745-9008-687EA37D098A}" type="pres">
      <dgm:prSet presAssocID="{483D693D-2845-4170-8F86-59894F27A68C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C78837FE-9D92-418B-9F15-120266C7BB53}" type="pres">
      <dgm:prSet presAssocID="{483D693D-2845-4170-8F86-59894F27A68C}" presName="negativeSpace" presStyleCnt="0"/>
      <dgm:spPr/>
    </dgm:pt>
    <dgm:pt modelId="{76E72EDD-AD8A-4235-BA70-A94F65A5D281}" type="pres">
      <dgm:prSet presAssocID="{483D693D-2845-4170-8F86-59894F27A68C}" presName="childText" presStyleLbl="conFgAcc1" presStyleIdx="4" presStyleCnt="6">
        <dgm:presLayoutVars>
          <dgm:bulletEnabled val="1"/>
        </dgm:presLayoutVars>
      </dgm:prSet>
      <dgm:spPr/>
    </dgm:pt>
    <dgm:pt modelId="{7BF28574-967C-4C18-BFD0-98271792656F}" type="pres">
      <dgm:prSet presAssocID="{4AC7AE99-4F3E-4AB8-B7D1-D900719CA78C}" presName="spaceBetweenRectangles" presStyleCnt="0"/>
      <dgm:spPr/>
    </dgm:pt>
    <dgm:pt modelId="{AE6D55FB-BC40-4C66-B145-12A4A67425DD}" type="pres">
      <dgm:prSet presAssocID="{6C00F6C6-7ED0-41EE-92FB-E6EB9BDB8251}" presName="parentLin" presStyleCnt="0"/>
      <dgm:spPr/>
    </dgm:pt>
    <dgm:pt modelId="{C6DD1418-331E-44BB-8F49-6D063AF7B624}" type="pres">
      <dgm:prSet presAssocID="{6C00F6C6-7ED0-41EE-92FB-E6EB9BDB8251}" presName="parentLeftMargin" presStyleLbl="node1" presStyleIdx="4" presStyleCnt="6"/>
      <dgm:spPr/>
    </dgm:pt>
    <dgm:pt modelId="{36AD6F6E-2781-44FD-92DA-EC6409D99098}" type="pres">
      <dgm:prSet presAssocID="{6C00F6C6-7ED0-41EE-92FB-E6EB9BDB8251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C447BD56-69E9-4FC9-B917-2106C60E7942}" type="pres">
      <dgm:prSet presAssocID="{6C00F6C6-7ED0-41EE-92FB-E6EB9BDB8251}" presName="negativeSpace" presStyleCnt="0"/>
      <dgm:spPr/>
    </dgm:pt>
    <dgm:pt modelId="{2E6E7739-6504-431F-A985-35FB68533CDA}" type="pres">
      <dgm:prSet presAssocID="{6C00F6C6-7ED0-41EE-92FB-E6EB9BDB8251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9B69E106-1CE5-4057-B574-EC0996E572C1}" type="presOf" srcId="{2362156F-7D90-4F66-8ABE-0FF29981670C}" destId="{CA25E597-16C2-4E3D-8C29-C8D53C566CB2}" srcOrd="0" destOrd="0" presId="urn:microsoft.com/office/officeart/2005/8/layout/list1"/>
    <dgm:cxn modelId="{23078917-27A8-449D-B125-4C07E18A3C2E}" srcId="{2362156F-7D90-4F66-8ABE-0FF29981670C}" destId="{6448EEF0-F1C6-43A5-AFD5-F22C8A4528A1}" srcOrd="3" destOrd="0" parTransId="{DCBEF648-74FB-412B-8CD0-646C6E75DDFA}" sibTransId="{A5D33702-8DF5-4DC1-9A84-5410136A1D2F}"/>
    <dgm:cxn modelId="{919E031C-5A22-4214-8D24-F57DFE8938DF}" type="presOf" srcId="{66B12695-712C-4803-9F7C-F26807BCA996}" destId="{A21325AE-FCA4-4297-80FA-6114F943923A}" srcOrd="1" destOrd="0" presId="urn:microsoft.com/office/officeart/2005/8/layout/list1"/>
    <dgm:cxn modelId="{6D08FB33-9F71-4AF9-85A2-D706725EA847}" srcId="{2362156F-7D90-4F66-8ABE-0FF29981670C}" destId="{027A29DA-56E4-46B3-A14C-E186B14E85F9}" srcOrd="0" destOrd="0" parTransId="{EBF102B0-BB43-4CB5-96A6-094A683ED52F}" sibTransId="{570C5CBA-E1E7-42EB-893B-154AAAD94909}"/>
    <dgm:cxn modelId="{B20D3457-1088-4FC5-AEA2-B878F00E4C5B}" srcId="{2362156F-7D90-4F66-8ABE-0FF29981670C}" destId="{9ACC0D6A-2C23-4281-A589-E9F3BD8A42BE}" srcOrd="2" destOrd="0" parTransId="{362BD93F-01E0-4480-9FC5-B33A732B0436}" sibTransId="{0C9E1D99-9885-4915-97C4-F84C46F73976}"/>
    <dgm:cxn modelId="{5CF66E78-8BB7-4B13-9BE2-CFA5B3E6AEC4}" type="presOf" srcId="{483D693D-2845-4170-8F86-59894F27A68C}" destId="{4DC95C15-5DA7-4745-9008-687EA37D098A}" srcOrd="1" destOrd="0" presId="urn:microsoft.com/office/officeart/2005/8/layout/list1"/>
    <dgm:cxn modelId="{DF789F83-4ED3-42B8-B507-8F55A42F9A4E}" srcId="{2362156F-7D90-4F66-8ABE-0FF29981670C}" destId="{6C00F6C6-7ED0-41EE-92FB-E6EB9BDB8251}" srcOrd="5" destOrd="0" parTransId="{80F741F3-9B7D-4CF8-B95E-BCD70F7B79D7}" sibTransId="{3D451CC5-0169-4E69-B7C4-9C03EC6987C6}"/>
    <dgm:cxn modelId="{392FD085-93B5-4F22-9761-77A9DD2F90AE}" type="presOf" srcId="{66B12695-712C-4803-9F7C-F26807BCA996}" destId="{93687DCA-1E67-41BA-949A-74702165802C}" srcOrd="0" destOrd="0" presId="urn:microsoft.com/office/officeart/2005/8/layout/list1"/>
    <dgm:cxn modelId="{B807FC8A-75C4-44F3-B0AF-8E567773D76C}" type="presOf" srcId="{027A29DA-56E4-46B3-A14C-E186B14E85F9}" destId="{3913D612-3359-4E05-8D4C-1850C4940362}" srcOrd="1" destOrd="0" presId="urn:microsoft.com/office/officeart/2005/8/layout/list1"/>
    <dgm:cxn modelId="{0C6C4298-F185-40BB-8ABA-6608FE5040AE}" type="presOf" srcId="{6C00F6C6-7ED0-41EE-92FB-E6EB9BDB8251}" destId="{36AD6F6E-2781-44FD-92DA-EC6409D99098}" srcOrd="1" destOrd="0" presId="urn:microsoft.com/office/officeart/2005/8/layout/list1"/>
    <dgm:cxn modelId="{70E62699-6A76-4808-9320-6BA4EA9F31EE}" srcId="{2362156F-7D90-4F66-8ABE-0FF29981670C}" destId="{66B12695-712C-4803-9F7C-F26807BCA996}" srcOrd="1" destOrd="0" parTransId="{00C0BE42-6339-48CE-8807-76CD011F4D3D}" sibTransId="{A287B6CE-D228-41B9-9F33-33545E5B09B7}"/>
    <dgm:cxn modelId="{9A118DBB-05C0-4627-89BA-AD1B51BBD479}" type="presOf" srcId="{6C00F6C6-7ED0-41EE-92FB-E6EB9BDB8251}" destId="{C6DD1418-331E-44BB-8F49-6D063AF7B624}" srcOrd="0" destOrd="0" presId="urn:microsoft.com/office/officeart/2005/8/layout/list1"/>
    <dgm:cxn modelId="{184AF7BB-3B3C-4683-B539-274B0254A61C}" type="presOf" srcId="{483D693D-2845-4170-8F86-59894F27A68C}" destId="{901CBF38-1ED7-4BEA-9770-14779BC24732}" srcOrd="0" destOrd="0" presId="urn:microsoft.com/office/officeart/2005/8/layout/list1"/>
    <dgm:cxn modelId="{134262BD-82CF-4BB7-984A-688155D014A6}" type="presOf" srcId="{6448EEF0-F1C6-43A5-AFD5-F22C8A4528A1}" destId="{CE343BD5-4C73-4C3F-9D4A-2AA9D49F68D7}" srcOrd="0" destOrd="0" presId="urn:microsoft.com/office/officeart/2005/8/layout/list1"/>
    <dgm:cxn modelId="{742FADC5-46CF-4902-95B5-B8AF986BF493}" type="presOf" srcId="{9ACC0D6A-2C23-4281-A589-E9F3BD8A42BE}" destId="{362233BC-3DBD-4DF5-9304-BE0C1D4C43C4}" srcOrd="1" destOrd="0" presId="urn:microsoft.com/office/officeart/2005/8/layout/list1"/>
    <dgm:cxn modelId="{E83462CD-F8B3-4A2E-A55A-D892424A90B7}" type="presOf" srcId="{9ACC0D6A-2C23-4281-A589-E9F3BD8A42BE}" destId="{18C966C9-92A0-475C-81A0-E8274F9906D8}" srcOrd="0" destOrd="0" presId="urn:microsoft.com/office/officeart/2005/8/layout/list1"/>
    <dgm:cxn modelId="{A4BECDCF-BAF1-4FD0-BEA6-5922BB155ADD}" type="presOf" srcId="{027A29DA-56E4-46B3-A14C-E186B14E85F9}" destId="{1B52365C-18FB-4254-BC56-38AA7970970C}" srcOrd="0" destOrd="0" presId="urn:microsoft.com/office/officeart/2005/8/layout/list1"/>
    <dgm:cxn modelId="{BA9DBEDB-5CA9-4E4D-9750-F649550ADDA3}" type="presOf" srcId="{6448EEF0-F1C6-43A5-AFD5-F22C8A4528A1}" destId="{61310A23-50B4-470D-9525-3037B095BF39}" srcOrd="1" destOrd="0" presId="urn:microsoft.com/office/officeart/2005/8/layout/list1"/>
    <dgm:cxn modelId="{E28FC4F8-30DC-4F04-9F88-6002BAA80170}" srcId="{2362156F-7D90-4F66-8ABE-0FF29981670C}" destId="{483D693D-2845-4170-8F86-59894F27A68C}" srcOrd="4" destOrd="0" parTransId="{D5617292-C9CD-4D48-A06B-E79553FC6B2C}" sibTransId="{4AC7AE99-4F3E-4AB8-B7D1-D900719CA78C}"/>
    <dgm:cxn modelId="{20DBABD3-7D34-4F9B-B8D2-FBAE6EC0FBDE}" type="presParOf" srcId="{CA25E597-16C2-4E3D-8C29-C8D53C566CB2}" destId="{79DE4BF1-9361-4471-AFD8-79F9FF1E4C7B}" srcOrd="0" destOrd="0" presId="urn:microsoft.com/office/officeart/2005/8/layout/list1"/>
    <dgm:cxn modelId="{82B2CD8B-9447-4587-974B-3C1DF7504363}" type="presParOf" srcId="{79DE4BF1-9361-4471-AFD8-79F9FF1E4C7B}" destId="{1B52365C-18FB-4254-BC56-38AA7970970C}" srcOrd="0" destOrd="0" presId="urn:microsoft.com/office/officeart/2005/8/layout/list1"/>
    <dgm:cxn modelId="{04CBF578-BF89-4B98-95C4-F72C8EA7A264}" type="presParOf" srcId="{79DE4BF1-9361-4471-AFD8-79F9FF1E4C7B}" destId="{3913D612-3359-4E05-8D4C-1850C4940362}" srcOrd="1" destOrd="0" presId="urn:microsoft.com/office/officeart/2005/8/layout/list1"/>
    <dgm:cxn modelId="{04D19ECC-85BF-4492-AA2D-19F10890DC20}" type="presParOf" srcId="{CA25E597-16C2-4E3D-8C29-C8D53C566CB2}" destId="{768D610C-35B4-4FA7-B30D-DB8283FD96FD}" srcOrd="1" destOrd="0" presId="urn:microsoft.com/office/officeart/2005/8/layout/list1"/>
    <dgm:cxn modelId="{C82C844D-27C7-4BB4-BA86-3D3001780995}" type="presParOf" srcId="{CA25E597-16C2-4E3D-8C29-C8D53C566CB2}" destId="{8A3D8185-04B4-4F37-BF3E-16995719BD4D}" srcOrd="2" destOrd="0" presId="urn:microsoft.com/office/officeart/2005/8/layout/list1"/>
    <dgm:cxn modelId="{DB117D78-5451-4C22-AFF8-F19D6877D468}" type="presParOf" srcId="{CA25E597-16C2-4E3D-8C29-C8D53C566CB2}" destId="{C9E15F93-CAE4-48E6-B842-821DB3D3544F}" srcOrd="3" destOrd="0" presId="urn:microsoft.com/office/officeart/2005/8/layout/list1"/>
    <dgm:cxn modelId="{3A59371F-9E47-4870-935D-DE90D6AD8D4A}" type="presParOf" srcId="{CA25E597-16C2-4E3D-8C29-C8D53C566CB2}" destId="{2E3E113A-47D5-4317-BBC8-F1CE31606BDC}" srcOrd="4" destOrd="0" presId="urn:microsoft.com/office/officeart/2005/8/layout/list1"/>
    <dgm:cxn modelId="{569A5437-5DFF-45DA-8583-16C97D92E9BF}" type="presParOf" srcId="{2E3E113A-47D5-4317-BBC8-F1CE31606BDC}" destId="{93687DCA-1E67-41BA-949A-74702165802C}" srcOrd="0" destOrd="0" presId="urn:microsoft.com/office/officeart/2005/8/layout/list1"/>
    <dgm:cxn modelId="{32B12170-3028-4497-8F5D-E3C3B77CC595}" type="presParOf" srcId="{2E3E113A-47D5-4317-BBC8-F1CE31606BDC}" destId="{A21325AE-FCA4-4297-80FA-6114F943923A}" srcOrd="1" destOrd="0" presId="urn:microsoft.com/office/officeart/2005/8/layout/list1"/>
    <dgm:cxn modelId="{93000968-B679-4589-A973-50A62A7E1019}" type="presParOf" srcId="{CA25E597-16C2-4E3D-8C29-C8D53C566CB2}" destId="{823DE66C-C5E2-42EE-AB01-0FCC0C8D372B}" srcOrd="5" destOrd="0" presId="urn:microsoft.com/office/officeart/2005/8/layout/list1"/>
    <dgm:cxn modelId="{38FCB093-93BB-43D2-8B8B-815C0CC49A7F}" type="presParOf" srcId="{CA25E597-16C2-4E3D-8C29-C8D53C566CB2}" destId="{92D39AEA-B867-456A-A791-3AF2F2ABA991}" srcOrd="6" destOrd="0" presId="urn:microsoft.com/office/officeart/2005/8/layout/list1"/>
    <dgm:cxn modelId="{5E3E3BA8-7C94-49AE-B045-E7A41381F5A4}" type="presParOf" srcId="{CA25E597-16C2-4E3D-8C29-C8D53C566CB2}" destId="{D0941EF3-D181-4633-9A15-983FB386C133}" srcOrd="7" destOrd="0" presId="urn:microsoft.com/office/officeart/2005/8/layout/list1"/>
    <dgm:cxn modelId="{AA774003-9C5E-46DD-B65A-F8B835C27F2B}" type="presParOf" srcId="{CA25E597-16C2-4E3D-8C29-C8D53C566CB2}" destId="{15E86D41-6347-404F-A3D6-B4EF0F3C4930}" srcOrd="8" destOrd="0" presId="urn:microsoft.com/office/officeart/2005/8/layout/list1"/>
    <dgm:cxn modelId="{4C3F088B-DEF3-4483-BAEF-2DFF34D7A27A}" type="presParOf" srcId="{15E86D41-6347-404F-A3D6-B4EF0F3C4930}" destId="{18C966C9-92A0-475C-81A0-E8274F9906D8}" srcOrd="0" destOrd="0" presId="urn:microsoft.com/office/officeart/2005/8/layout/list1"/>
    <dgm:cxn modelId="{1FDA888B-3656-48FC-8521-D82242F4BDC2}" type="presParOf" srcId="{15E86D41-6347-404F-A3D6-B4EF0F3C4930}" destId="{362233BC-3DBD-4DF5-9304-BE0C1D4C43C4}" srcOrd="1" destOrd="0" presId="urn:microsoft.com/office/officeart/2005/8/layout/list1"/>
    <dgm:cxn modelId="{3A205385-2A51-49E8-BCB4-FE5D3A626039}" type="presParOf" srcId="{CA25E597-16C2-4E3D-8C29-C8D53C566CB2}" destId="{B5121255-8F4A-414C-9288-2927657F1EC2}" srcOrd="9" destOrd="0" presId="urn:microsoft.com/office/officeart/2005/8/layout/list1"/>
    <dgm:cxn modelId="{4F91F000-95B1-46DC-9331-2421D217F83A}" type="presParOf" srcId="{CA25E597-16C2-4E3D-8C29-C8D53C566CB2}" destId="{6E22F8E9-1EEE-4EB8-B5C2-BBA67AA0D322}" srcOrd="10" destOrd="0" presId="urn:microsoft.com/office/officeart/2005/8/layout/list1"/>
    <dgm:cxn modelId="{CAA28F4B-DBF0-48F4-8F0D-CC0AE41FDEE7}" type="presParOf" srcId="{CA25E597-16C2-4E3D-8C29-C8D53C566CB2}" destId="{1A4DB39A-E6B5-4B8E-B7BA-322CB3EBA5C5}" srcOrd="11" destOrd="0" presId="urn:microsoft.com/office/officeart/2005/8/layout/list1"/>
    <dgm:cxn modelId="{A3804633-1EEE-44CE-8DC5-F19084B97BC1}" type="presParOf" srcId="{CA25E597-16C2-4E3D-8C29-C8D53C566CB2}" destId="{B7F16DCD-29D0-47B8-9091-713CFA1E886A}" srcOrd="12" destOrd="0" presId="urn:microsoft.com/office/officeart/2005/8/layout/list1"/>
    <dgm:cxn modelId="{E59A1669-9C15-475D-B6E3-51C3B1E2FBAE}" type="presParOf" srcId="{B7F16DCD-29D0-47B8-9091-713CFA1E886A}" destId="{CE343BD5-4C73-4C3F-9D4A-2AA9D49F68D7}" srcOrd="0" destOrd="0" presId="urn:microsoft.com/office/officeart/2005/8/layout/list1"/>
    <dgm:cxn modelId="{B847BE3E-8E27-441C-BDC4-4F3040F386EA}" type="presParOf" srcId="{B7F16DCD-29D0-47B8-9091-713CFA1E886A}" destId="{61310A23-50B4-470D-9525-3037B095BF39}" srcOrd="1" destOrd="0" presId="urn:microsoft.com/office/officeart/2005/8/layout/list1"/>
    <dgm:cxn modelId="{607F8B00-19DF-4FBF-8FD7-B05972BC01D6}" type="presParOf" srcId="{CA25E597-16C2-4E3D-8C29-C8D53C566CB2}" destId="{538857F7-04CF-4ED6-BE3D-B265FAF4AF2F}" srcOrd="13" destOrd="0" presId="urn:microsoft.com/office/officeart/2005/8/layout/list1"/>
    <dgm:cxn modelId="{5B40A784-847A-42BB-AF54-B8ADF9491F58}" type="presParOf" srcId="{CA25E597-16C2-4E3D-8C29-C8D53C566CB2}" destId="{2AEFE23B-F95C-4688-AE54-9D0AC3A0BC10}" srcOrd="14" destOrd="0" presId="urn:microsoft.com/office/officeart/2005/8/layout/list1"/>
    <dgm:cxn modelId="{C841A682-DC2B-4FA8-87C0-0591C295B390}" type="presParOf" srcId="{CA25E597-16C2-4E3D-8C29-C8D53C566CB2}" destId="{6E2B7A82-A9AC-4258-B23A-FFFE621DE688}" srcOrd="15" destOrd="0" presId="urn:microsoft.com/office/officeart/2005/8/layout/list1"/>
    <dgm:cxn modelId="{BC653339-7C3D-47FB-9213-5FC082BAF0A1}" type="presParOf" srcId="{CA25E597-16C2-4E3D-8C29-C8D53C566CB2}" destId="{7FCB20B2-6DB8-4967-A4F7-451B7D9C8338}" srcOrd="16" destOrd="0" presId="urn:microsoft.com/office/officeart/2005/8/layout/list1"/>
    <dgm:cxn modelId="{7F66746C-9BAA-4DF5-AE94-D3FD0D18B7ED}" type="presParOf" srcId="{7FCB20B2-6DB8-4967-A4F7-451B7D9C8338}" destId="{901CBF38-1ED7-4BEA-9770-14779BC24732}" srcOrd="0" destOrd="0" presId="urn:microsoft.com/office/officeart/2005/8/layout/list1"/>
    <dgm:cxn modelId="{0605E85A-2289-438D-82EB-CF4890813E37}" type="presParOf" srcId="{7FCB20B2-6DB8-4967-A4F7-451B7D9C8338}" destId="{4DC95C15-5DA7-4745-9008-687EA37D098A}" srcOrd="1" destOrd="0" presId="urn:microsoft.com/office/officeart/2005/8/layout/list1"/>
    <dgm:cxn modelId="{A7039805-6420-4C2A-A6A6-E12E0292365F}" type="presParOf" srcId="{CA25E597-16C2-4E3D-8C29-C8D53C566CB2}" destId="{C78837FE-9D92-418B-9F15-120266C7BB53}" srcOrd="17" destOrd="0" presId="urn:microsoft.com/office/officeart/2005/8/layout/list1"/>
    <dgm:cxn modelId="{698864E3-9565-4801-BE61-01390FB20DEC}" type="presParOf" srcId="{CA25E597-16C2-4E3D-8C29-C8D53C566CB2}" destId="{76E72EDD-AD8A-4235-BA70-A94F65A5D281}" srcOrd="18" destOrd="0" presId="urn:microsoft.com/office/officeart/2005/8/layout/list1"/>
    <dgm:cxn modelId="{AEE5E8B9-3509-4D27-B7D2-A4E3F8FC8629}" type="presParOf" srcId="{CA25E597-16C2-4E3D-8C29-C8D53C566CB2}" destId="{7BF28574-967C-4C18-BFD0-98271792656F}" srcOrd="19" destOrd="0" presId="urn:microsoft.com/office/officeart/2005/8/layout/list1"/>
    <dgm:cxn modelId="{EF55C379-F74D-4301-96BE-310DE5D34BBF}" type="presParOf" srcId="{CA25E597-16C2-4E3D-8C29-C8D53C566CB2}" destId="{AE6D55FB-BC40-4C66-B145-12A4A67425DD}" srcOrd="20" destOrd="0" presId="urn:microsoft.com/office/officeart/2005/8/layout/list1"/>
    <dgm:cxn modelId="{898C01B1-9BCB-451F-A194-00EB05A46FFC}" type="presParOf" srcId="{AE6D55FB-BC40-4C66-B145-12A4A67425DD}" destId="{C6DD1418-331E-44BB-8F49-6D063AF7B624}" srcOrd="0" destOrd="0" presId="urn:microsoft.com/office/officeart/2005/8/layout/list1"/>
    <dgm:cxn modelId="{EE93FD14-BD9A-4189-9D22-A7FFFACC5A5C}" type="presParOf" srcId="{AE6D55FB-BC40-4C66-B145-12A4A67425DD}" destId="{36AD6F6E-2781-44FD-92DA-EC6409D99098}" srcOrd="1" destOrd="0" presId="urn:microsoft.com/office/officeart/2005/8/layout/list1"/>
    <dgm:cxn modelId="{24303FFF-DE0C-433B-8E46-38B190D4E7A6}" type="presParOf" srcId="{CA25E597-16C2-4E3D-8C29-C8D53C566CB2}" destId="{C447BD56-69E9-4FC9-B917-2106C60E7942}" srcOrd="21" destOrd="0" presId="urn:microsoft.com/office/officeart/2005/8/layout/list1"/>
    <dgm:cxn modelId="{5FB4B981-F4A7-4781-A1AA-A236CF0FF53B}" type="presParOf" srcId="{CA25E597-16C2-4E3D-8C29-C8D53C566CB2}" destId="{2E6E7739-6504-431F-A985-35FB68533CDA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4D7195-5550-4665-96E5-746D0CA71292}">
      <dsp:nvSpPr>
        <dsp:cNvPr id="0" name=""/>
        <dsp:cNvSpPr/>
      </dsp:nvSpPr>
      <dsp:spPr>
        <a:xfrm rot="5400000">
          <a:off x="1172412" y="951077"/>
          <a:ext cx="835252" cy="950905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55AE94-0F43-4BEB-A7C0-D1A5742AE9FF}">
      <dsp:nvSpPr>
        <dsp:cNvPr id="0" name=""/>
        <dsp:cNvSpPr/>
      </dsp:nvSpPr>
      <dsp:spPr>
        <a:xfrm>
          <a:off x="951121" y="25183"/>
          <a:ext cx="1406074" cy="984206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Definição do site </a:t>
          </a:r>
        </a:p>
      </dsp:txBody>
      <dsp:txXfrm>
        <a:off x="999175" y="73237"/>
        <a:ext cx="1309966" cy="888098"/>
      </dsp:txXfrm>
    </dsp:sp>
    <dsp:sp modelId="{0D77FC80-9281-41D7-8231-414CF0801685}">
      <dsp:nvSpPr>
        <dsp:cNvPr id="0" name=""/>
        <dsp:cNvSpPr/>
      </dsp:nvSpPr>
      <dsp:spPr>
        <a:xfrm>
          <a:off x="2405070" y="139636"/>
          <a:ext cx="2182517" cy="795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pt-BR" sz="1100" kern="1200" dirty="0"/>
        </a:p>
      </dsp:txBody>
      <dsp:txXfrm>
        <a:off x="2405070" y="139636"/>
        <a:ext cx="2182517" cy="795478"/>
      </dsp:txXfrm>
    </dsp:sp>
    <dsp:sp modelId="{56B475D4-0650-44A6-A470-E4866E4E35D7}">
      <dsp:nvSpPr>
        <dsp:cNvPr id="0" name=""/>
        <dsp:cNvSpPr/>
      </dsp:nvSpPr>
      <dsp:spPr>
        <a:xfrm rot="5400000">
          <a:off x="2616567" y="2056666"/>
          <a:ext cx="835252" cy="950905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A3BD1D-064B-464F-8F47-2A743CA206F1}">
      <dsp:nvSpPr>
        <dsp:cNvPr id="0" name=""/>
        <dsp:cNvSpPr/>
      </dsp:nvSpPr>
      <dsp:spPr>
        <a:xfrm>
          <a:off x="2035053" y="1110191"/>
          <a:ext cx="1406074" cy="984206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Analise do site (codificação HTML)</a:t>
          </a:r>
        </a:p>
      </dsp:txBody>
      <dsp:txXfrm>
        <a:off x="2083107" y="1158245"/>
        <a:ext cx="1309966" cy="888098"/>
      </dsp:txXfrm>
    </dsp:sp>
    <dsp:sp modelId="{FB07ED83-3DEB-4C9E-AB03-56AC93401015}">
      <dsp:nvSpPr>
        <dsp:cNvPr id="0" name=""/>
        <dsp:cNvSpPr/>
      </dsp:nvSpPr>
      <dsp:spPr>
        <a:xfrm>
          <a:off x="3801350" y="1224638"/>
          <a:ext cx="1022644" cy="795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12887A-26B7-4379-B492-5AF8470EE6F8}">
      <dsp:nvSpPr>
        <dsp:cNvPr id="0" name=""/>
        <dsp:cNvSpPr/>
      </dsp:nvSpPr>
      <dsp:spPr>
        <a:xfrm rot="5400000">
          <a:off x="4060721" y="3162254"/>
          <a:ext cx="835252" cy="950905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5A9425-D6E6-42EB-ACD4-CAB458BC9CDF}">
      <dsp:nvSpPr>
        <dsp:cNvPr id="0" name=""/>
        <dsp:cNvSpPr/>
      </dsp:nvSpPr>
      <dsp:spPr>
        <a:xfrm>
          <a:off x="3479208" y="2215780"/>
          <a:ext cx="1406074" cy="984206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Designação dos mecanismos de filtrado</a:t>
          </a:r>
        </a:p>
      </dsp:txBody>
      <dsp:txXfrm>
        <a:off x="3527262" y="2263834"/>
        <a:ext cx="1309966" cy="888098"/>
      </dsp:txXfrm>
    </dsp:sp>
    <dsp:sp modelId="{BAE87495-2250-467F-8F43-7CAF66B38256}">
      <dsp:nvSpPr>
        <dsp:cNvPr id="0" name=""/>
        <dsp:cNvSpPr/>
      </dsp:nvSpPr>
      <dsp:spPr>
        <a:xfrm>
          <a:off x="5245504" y="2330226"/>
          <a:ext cx="1022644" cy="795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566A88-D456-434C-B090-5F84741208A9}">
      <dsp:nvSpPr>
        <dsp:cNvPr id="0" name=""/>
        <dsp:cNvSpPr/>
      </dsp:nvSpPr>
      <dsp:spPr>
        <a:xfrm>
          <a:off x="4909513" y="3341948"/>
          <a:ext cx="1406074" cy="984206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Código python </a:t>
          </a:r>
        </a:p>
      </dsp:txBody>
      <dsp:txXfrm>
        <a:off x="4957567" y="3390002"/>
        <a:ext cx="1309966" cy="8880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3D8185-04B4-4F37-BF3E-16995719BD4D}">
      <dsp:nvSpPr>
        <dsp:cNvPr id="0" name=""/>
        <dsp:cNvSpPr/>
      </dsp:nvSpPr>
      <dsp:spPr>
        <a:xfrm>
          <a:off x="0" y="362078"/>
          <a:ext cx="10515600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13D612-3359-4E05-8D4C-1850C4940362}">
      <dsp:nvSpPr>
        <dsp:cNvPr id="0" name=""/>
        <dsp:cNvSpPr/>
      </dsp:nvSpPr>
      <dsp:spPr>
        <a:xfrm>
          <a:off x="525780" y="111158"/>
          <a:ext cx="736092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Navegação autônoma ao site</a:t>
          </a:r>
        </a:p>
      </dsp:txBody>
      <dsp:txXfrm>
        <a:off x="550278" y="135656"/>
        <a:ext cx="7311924" cy="452844"/>
      </dsp:txXfrm>
    </dsp:sp>
    <dsp:sp modelId="{92D39AEA-B867-456A-A791-3AF2F2ABA991}">
      <dsp:nvSpPr>
        <dsp:cNvPr id="0" name=""/>
        <dsp:cNvSpPr/>
      </dsp:nvSpPr>
      <dsp:spPr>
        <a:xfrm>
          <a:off x="0" y="1133198"/>
          <a:ext cx="10515600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1325AE-FCA4-4297-80FA-6114F943923A}">
      <dsp:nvSpPr>
        <dsp:cNvPr id="0" name=""/>
        <dsp:cNvSpPr/>
      </dsp:nvSpPr>
      <dsp:spPr>
        <a:xfrm>
          <a:off x="525780" y="882278"/>
          <a:ext cx="736092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Recuperação dos titulares (</a:t>
          </a:r>
          <a:r>
            <a:rPr lang="pt-BR" sz="1700" kern="1200" dirty="0" err="1"/>
            <a:t>headlines</a:t>
          </a:r>
          <a:r>
            <a:rPr lang="pt-BR" sz="1700" kern="1200" dirty="0"/>
            <a:t>) e link das noticias </a:t>
          </a:r>
        </a:p>
      </dsp:txBody>
      <dsp:txXfrm>
        <a:off x="550278" y="906776"/>
        <a:ext cx="7311924" cy="452844"/>
      </dsp:txXfrm>
    </dsp:sp>
    <dsp:sp modelId="{6E22F8E9-1EEE-4EB8-B5C2-BBA67AA0D322}">
      <dsp:nvSpPr>
        <dsp:cNvPr id="0" name=""/>
        <dsp:cNvSpPr/>
      </dsp:nvSpPr>
      <dsp:spPr>
        <a:xfrm>
          <a:off x="0" y="1904318"/>
          <a:ext cx="10515600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2233BC-3DBD-4DF5-9304-BE0C1D4C43C4}">
      <dsp:nvSpPr>
        <dsp:cNvPr id="0" name=""/>
        <dsp:cNvSpPr/>
      </dsp:nvSpPr>
      <dsp:spPr>
        <a:xfrm>
          <a:off x="525780" y="1653398"/>
          <a:ext cx="736092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Navegação autônoma baseada nos links obtidos</a:t>
          </a:r>
        </a:p>
      </dsp:txBody>
      <dsp:txXfrm>
        <a:off x="550278" y="1677896"/>
        <a:ext cx="7311924" cy="452844"/>
      </dsp:txXfrm>
    </dsp:sp>
    <dsp:sp modelId="{2AEFE23B-F95C-4688-AE54-9D0AC3A0BC10}">
      <dsp:nvSpPr>
        <dsp:cNvPr id="0" name=""/>
        <dsp:cNvSpPr/>
      </dsp:nvSpPr>
      <dsp:spPr>
        <a:xfrm>
          <a:off x="0" y="2675438"/>
          <a:ext cx="10515600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310A23-50B4-470D-9525-3037B095BF39}">
      <dsp:nvSpPr>
        <dsp:cNvPr id="0" name=""/>
        <dsp:cNvSpPr/>
      </dsp:nvSpPr>
      <dsp:spPr>
        <a:xfrm>
          <a:off x="525780" y="2424518"/>
          <a:ext cx="736092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Recuperação dos textos das noticias (novo </a:t>
          </a:r>
          <a:r>
            <a:rPr lang="pt-BR" sz="1700" kern="1200" dirty="0" err="1"/>
            <a:t>webscraping</a:t>
          </a:r>
          <a:r>
            <a:rPr lang="pt-BR" sz="1700" kern="1200" dirty="0"/>
            <a:t>)</a:t>
          </a:r>
        </a:p>
      </dsp:txBody>
      <dsp:txXfrm>
        <a:off x="550278" y="2449016"/>
        <a:ext cx="7311924" cy="452844"/>
      </dsp:txXfrm>
    </dsp:sp>
    <dsp:sp modelId="{76E72EDD-AD8A-4235-BA70-A94F65A5D281}">
      <dsp:nvSpPr>
        <dsp:cNvPr id="0" name=""/>
        <dsp:cNvSpPr/>
      </dsp:nvSpPr>
      <dsp:spPr>
        <a:xfrm>
          <a:off x="0" y="3446558"/>
          <a:ext cx="10515600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C95C15-5DA7-4745-9008-687EA37D098A}">
      <dsp:nvSpPr>
        <dsp:cNvPr id="0" name=""/>
        <dsp:cNvSpPr/>
      </dsp:nvSpPr>
      <dsp:spPr>
        <a:xfrm>
          <a:off x="525780" y="3195638"/>
          <a:ext cx="736092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Apresentação dos textos e separação em frases</a:t>
          </a:r>
        </a:p>
      </dsp:txBody>
      <dsp:txXfrm>
        <a:off x="550278" y="3220136"/>
        <a:ext cx="7311924" cy="452844"/>
      </dsp:txXfrm>
    </dsp:sp>
    <dsp:sp modelId="{2E6E7739-6504-431F-A985-35FB68533CDA}">
      <dsp:nvSpPr>
        <dsp:cNvPr id="0" name=""/>
        <dsp:cNvSpPr/>
      </dsp:nvSpPr>
      <dsp:spPr>
        <a:xfrm>
          <a:off x="0" y="4217678"/>
          <a:ext cx="10515600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AD6F6E-2781-44FD-92DA-EC6409D99098}">
      <dsp:nvSpPr>
        <dsp:cNvPr id="0" name=""/>
        <dsp:cNvSpPr/>
      </dsp:nvSpPr>
      <dsp:spPr>
        <a:xfrm>
          <a:off x="525780" y="3966758"/>
          <a:ext cx="736092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Leitura audível dos titulares (voz computador)</a:t>
          </a:r>
        </a:p>
      </dsp:txBody>
      <dsp:txXfrm>
        <a:off x="550278" y="3991256"/>
        <a:ext cx="7311924" cy="4528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331D73-A377-4F83-A87B-4CAD63EFD5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B77F1F2-7578-4746-9443-F61DEC7523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DD5777-2549-4325-98C2-C4902F69D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51CC3-5A45-43FB-948C-0D3323426F83}" type="datetimeFigureOut">
              <a:rPr lang="pt-BR" smtClean="0"/>
              <a:t>13/04/2021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C06F572-D2C4-4328-B380-4877189F3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10632A-C16D-4701-B362-E321C4975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1066F-F16C-454E-BB00-696FFA98C7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3652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3FE81C-101B-4733-86BC-F0626126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631CC5-5D75-4F20-91F1-0C07377B4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5DBEBE-5E0F-4B69-8281-DD815F406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51CC3-5A45-43FB-948C-0D3323426F83}" type="datetimeFigureOut">
              <a:rPr lang="pt-BR" smtClean="0"/>
              <a:t>13/04/2021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319E944-00A8-40DE-B2F1-B9E3CC299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FCA417A-45AA-49DE-A19C-CF7006EA7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1066F-F16C-454E-BB00-696FFA98C7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0098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1532F5-2186-41C5-A23C-44BA16DFD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E6E8EEC-E14D-44BF-90E8-F219C27AE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BC4D77-8D1C-49AE-AE78-F0F8236F4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51CC3-5A45-43FB-948C-0D3323426F83}" type="datetimeFigureOut">
              <a:rPr lang="pt-BR" smtClean="0"/>
              <a:t>13/04/2021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7C687A-3662-4031-83E5-6A6CF122A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30E681F-1872-465B-A1C1-4823A97E0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1066F-F16C-454E-BB00-696FFA98C7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9191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564139-1FD5-41FE-A2F7-49B1882AC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301439-7F9E-4395-9C65-F65B8C794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E3555B2-FD03-4734-A584-7BBC80585E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CD29419-A295-4676-8E8F-C86C8650E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51CC3-5A45-43FB-948C-0D3323426F83}" type="datetimeFigureOut">
              <a:rPr lang="pt-BR" smtClean="0"/>
              <a:t>13/04/2021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2D34859-B9EE-40C9-83B4-3F5008686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9831C19-78DE-4DE0-B348-93E9BDE0A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1066F-F16C-454E-BB00-696FFA98C7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2371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FC8A0D-F9A6-4B67-8415-40F1FB902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322F6C-9B26-427E-BB19-7A5544CE4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8234AF2-FB2A-4EA1-A633-42FA8F708D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4818746-EB92-4CFE-8BD9-8154C70538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F497981-D012-4CFE-8452-50515F1939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D883529-9611-45B1-9DF8-9A0E80F4C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51CC3-5A45-43FB-948C-0D3323426F83}" type="datetimeFigureOut">
              <a:rPr lang="pt-BR" smtClean="0"/>
              <a:t>13/04/2021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9A5CF7D-5FD7-4E53-A307-BD1D0EDCB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08F5B54-727A-4D87-864F-AEF27F908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1066F-F16C-454E-BB00-696FFA98C7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989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EC5607-D2D7-4843-91AA-3279A6AD5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81337AD-5594-4484-98C3-67378B765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51CC3-5A45-43FB-948C-0D3323426F83}" type="datetimeFigureOut">
              <a:rPr lang="pt-BR" smtClean="0"/>
              <a:t>13/04/2021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1593996-48F5-4657-AEC7-A2569FE4D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6820C61-D4BC-4987-9CD1-37D2DC981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1066F-F16C-454E-BB00-696FFA98C7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6931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DC591E6-F10C-41CE-8AAB-0427DAA02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51CC3-5A45-43FB-948C-0D3323426F83}" type="datetimeFigureOut">
              <a:rPr lang="pt-BR" smtClean="0"/>
              <a:t>13/04/2021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ACE7210-2EE4-422A-A28A-6278864EF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C927B98-7C26-445F-9693-FE813334F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1066F-F16C-454E-BB00-696FFA98C7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774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3844EB-7906-4786-9406-29F32802F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AEABC8-DA5D-4E9A-B5BA-5125BD053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E17A37E-E9C6-4441-BA44-7760C479F2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06DAE75-0217-4FA5-A25C-2129338BB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51CC3-5A45-43FB-948C-0D3323426F83}" type="datetimeFigureOut">
              <a:rPr lang="pt-BR" smtClean="0"/>
              <a:t>13/04/2021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58FFBF9-AC3A-47E3-B00D-254D0C458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E73E11E-0DA1-43FB-8324-D8AB7EDEC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1066F-F16C-454E-BB00-696FFA98C7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6027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09FB94-DBA3-47A4-A61C-8BC4FF42B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6748E9C-752F-46FF-8C56-F1C0C2F0C9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5C1F77F-2F25-42ED-AA13-07BD26B6EB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3173E52-02D6-45B6-9DEC-3EECB4D31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51CC3-5A45-43FB-948C-0D3323426F83}" type="datetimeFigureOut">
              <a:rPr lang="pt-BR" smtClean="0"/>
              <a:t>13/04/2021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88D1715-A2EB-4E15-92DD-2973A5B36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8097C27-CC2D-4E41-8288-178C0C8E3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1066F-F16C-454E-BB00-696FFA98C7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2454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37F65F-E370-4DAB-9AE5-FA6A681D5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43037EC-B31B-40B5-8D14-A2F11D7087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94E2E52-E365-4BB8-A0F0-9EE2704DD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51CC3-5A45-43FB-948C-0D3323426F83}" type="datetimeFigureOut">
              <a:rPr lang="pt-BR" smtClean="0"/>
              <a:t>13/04/2021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60A2FB-CBCD-4199-BF4C-39949AA63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CD6690-2B1B-4122-8087-CE0E99916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1066F-F16C-454E-BB00-696FFA98C7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126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1577A33-8594-412A-BDF2-6FFCE87280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4933959-F0DC-458F-B36B-C32260A417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CA0339-7FA2-4327-BED9-CBF3DC83D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51CC3-5A45-43FB-948C-0D3323426F83}" type="datetimeFigureOut">
              <a:rPr lang="pt-BR" smtClean="0"/>
              <a:t>13/04/2021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BD610A8-DF56-46C8-B97F-6D3E316B7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21A6D33-5C02-4B18-BD16-3049DE7C8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1066F-F16C-454E-BB00-696FFA98C7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8818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640E9BA-D08F-4A3D-B704-002608DA5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BB6CED1-29FE-4458-A3AD-58F4D204B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FFAC37-4389-4CD9-9BEB-45F795E4BD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B51CC3-5A45-43FB-948C-0D3323426F83}" type="datetimeFigureOut">
              <a:rPr lang="pt-BR" smtClean="0"/>
              <a:t>13/04/2021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B49A11D-4900-4123-ACD2-177F08641D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6662AF0-C645-4548-BDC7-E190735B67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C1066F-F16C-454E-BB00-696FFA98C7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325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comments" Target="../comments/commen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uronews.com/news/business" TargetMode="External"/><Relationship Id="rId2" Type="http://schemas.openxmlformats.org/officeDocument/2006/relationships/hyperlink" Target="https://www.newsnow.co.uk/h/Business+&amp;+Finance?type=l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9D2EA1-A3F6-4C77-9B63-1AC07F4C0B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News </a:t>
            </a:r>
            <a:r>
              <a:rPr lang="pt-BR" dirty="0" err="1"/>
              <a:t>robos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A701ED3-0609-4102-B00E-097F43E63B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logica</a:t>
            </a:r>
          </a:p>
        </p:txBody>
      </p:sp>
    </p:spTree>
    <p:extLst>
      <p:ext uri="{BB962C8B-B14F-4D97-AF65-F5344CB8AC3E}">
        <p14:creationId xmlns:p14="http://schemas.microsoft.com/office/powerpoint/2010/main" val="3041073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1C8BDE-EBC8-43D1-B7CE-D7D306335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Logica (</a:t>
            </a:r>
            <a:r>
              <a:rPr lang="pt-BR" dirty="0" err="1"/>
              <a:t>webscraping</a:t>
            </a:r>
            <a:r>
              <a:rPr lang="pt-BR" dirty="0"/>
              <a:t>)</a:t>
            </a:r>
            <a:br>
              <a:rPr lang="pt-BR" dirty="0"/>
            </a:br>
            <a:r>
              <a:rPr lang="pt-BR" dirty="0"/>
              <a:t>Dificuldade baixa media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F2F00073-336D-4D0A-B3BE-FEA1F2D7D5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9311383"/>
              </p:ext>
            </p:extLst>
          </p:nvPr>
        </p:nvGraphicFramePr>
        <p:xfrm>
          <a:off x="1905001" y="1839480"/>
          <a:ext cx="7640781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42518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2CE9EE-8130-4789-9CAB-49073DD8F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Tarefas Código python</a:t>
            </a:r>
          </a:p>
        </p:txBody>
      </p:sp>
      <p:graphicFrame>
        <p:nvGraphicFramePr>
          <p:cNvPr id="6" name="Espaço Reservado para Conteúdo 5">
            <a:extLst>
              <a:ext uri="{FF2B5EF4-FFF2-40B4-BE49-F238E27FC236}">
                <a16:creationId xmlns:a16="http://schemas.microsoft.com/office/drawing/2014/main" id="{7A753A3E-3F7F-417E-980A-18D7C733F5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2747653"/>
              </p:ext>
            </p:extLst>
          </p:nvPr>
        </p:nvGraphicFramePr>
        <p:xfrm>
          <a:off x="838200" y="1419726"/>
          <a:ext cx="10515600" cy="4757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81767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5D220D-4DCD-4C8C-B38D-1B26620D1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                    Vinte oito (28) códigos</a:t>
            </a:r>
            <a:br>
              <a:rPr lang="pt-BR" dirty="0"/>
            </a:br>
            <a:endParaRPr lang="pt-BR" dirty="0"/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0E7050DC-9A0B-45E1-BBAB-261484A22D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231166"/>
              </p:ext>
            </p:extLst>
          </p:nvPr>
        </p:nvGraphicFramePr>
        <p:xfrm>
          <a:off x="272716" y="1172284"/>
          <a:ext cx="11646568" cy="54649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0713">
                  <a:extLst>
                    <a:ext uri="{9D8B030D-6E8A-4147-A177-3AD203B41FA5}">
                      <a16:colId xmlns:a16="http://schemas.microsoft.com/office/drawing/2014/main" val="577085224"/>
                    </a:ext>
                  </a:extLst>
                </a:gridCol>
                <a:gridCol w="3752570">
                  <a:extLst>
                    <a:ext uri="{9D8B030D-6E8A-4147-A177-3AD203B41FA5}">
                      <a16:colId xmlns:a16="http://schemas.microsoft.com/office/drawing/2014/main" val="2328615167"/>
                    </a:ext>
                  </a:extLst>
                </a:gridCol>
                <a:gridCol w="1229785">
                  <a:extLst>
                    <a:ext uri="{9D8B030D-6E8A-4147-A177-3AD203B41FA5}">
                      <a16:colId xmlns:a16="http://schemas.microsoft.com/office/drawing/2014/main" val="3716222555"/>
                    </a:ext>
                  </a:extLst>
                </a:gridCol>
                <a:gridCol w="4593500">
                  <a:extLst>
                    <a:ext uri="{9D8B030D-6E8A-4147-A177-3AD203B41FA5}">
                      <a16:colId xmlns:a16="http://schemas.microsoft.com/office/drawing/2014/main" val="835789227"/>
                    </a:ext>
                  </a:extLst>
                </a:gridCol>
              </a:tblGrid>
              <a:tr h="469897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Objetivo/link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/>
                        <a:t>Quan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Anotações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2420278"/>
                  </a:ext>
                </a:extLst>
              </a:tr>
              <a:tr h="469897">
                <a:tc>
                  <a:txBody>
                    <a:bodyPr/>
                    <a:lstStyle/>
                    <a:p>
                      <a:r>
                        <a:rPr lang="pt-BR" dirty="0" err="1"/>
                        <a:t>News_rob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Teste de conceito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Ótimo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687993"/>
                  </a:ext>
                </a:extLst>
              </a:tr>
              <a:tr h="811055">
                <a:tc>
                  <a:txBody>
                    <a:bodyPr/>
                    <a:lstStyle/>
                    <a:p>
                      <a:r>
                        <a:rPr lang="pt-BR" dirty="0"/>
                        <a:t>News_robv1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Teste conceito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Ótimo</a:t>
                      </a:r>
                    </a:p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201090"/>
                  </a:ext>
                </a:extLst>
              </a:tr>
              <a:tr h="811055">
                <a:tc>
                  <a:txBody>
                    <a:bodyPr/>
                    <a:lstStyle/>
                    <a:p>
                      <a:r>
                        <a:rPr lang="pt-BR" dirty="0"/>
                        <a:t>News_robv2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https://www.fxstreet.com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Ótimo</a:t>
                      </a:r>
                    </a:p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2661721"/>
                  </a:ext>
                </a:extLst>
              </a:tr>
              <a:tr h="811055">
                <a:tc>
                  <a:txBody>
                    <a:bodyPr/>
                    <a:lstStyle/>
                    <a:p>
                      <a:r>
                        <a:rPr lang="pt-BR" dirty="0"/>
                        <a:t>News_robv3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https://www.newsnow.co.uk/h/Business+&amp;+Finance?type=ln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 dirty="0"/>
                        <a:t>Web-link de </a:t>
                      </a:r>
                      <a:r>
                        <a:rPr lang="pt-BR" sz="1100" dirty="0" err="1"/>
                        <a:t>noticias..diferentes</a:t>
                      </a:r>
                      <a:r>
                        <a:rPr lang="pt-BR" sz="1100" dirty="0"/>
                        <a:t> estruturas internamente </a:t>
                      </a:r>
                      <a:r>
                        <a:rPr lang="pt-BR" sz="1100" dirty="0" err="1"/>
                        <a:t>diferiendo</a:t>
                      </a:r>
                      <a:r>
                        <a:rPr lang="pt-BR" sz="1100" dirty="0"/>
                        <a:t> de acordo com a fonte real </a:t>
                      </a:r>
                    </a:p>
                    <a:p>
                      <a:r>
                        <a:rPr lang="pt-BR" sz="1100" dirty="0" err="1"/>
                        <a:t>Extraccao</a:t>
                      </a:r>
                      <a:r>
                        <a:rPr lang="pt-BR" sz="1100" dirty="0"/>
                        <a:t> de </a:t>
                      </a:r>
                      <a:r>
                        <a:rPr lang="pt-BR" sz="1100" dirty="0" err="1"/>
                        <a:t>headlines</a:t>
                      </a:r>
                      <a:r>
                        <a:rPr lang="pt-BR" sz="1100" dirty="0"/>
                        <a:t> e leitura dos mesmos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7738726"/>
                  </a:ext>
                </a:extLst>
              </a:tr>
              <a:tr h="811055">
                <a:tc>
                  <a:txBody>
                    <a:bodyPr/>
                    <a:lstStyle/>
                    <a:p>
                      <a:r>
                        <a:rPr lang="pt-BR" dirty="0"/>
                        <a:t>News_robv4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https://www.bloomberg.com/</a:t>
                      </a:r>
                      <a:r>
                        <a:rPr lang="pt-BR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search?query</a:t>
                      </a:r>
                      <a:r>
                        <a:rPr lang="pt-B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r>
                        <a:rPr lang="pt-BR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latest</a:t>
                      </a:r>
                      <a:r>
                        <a:rPr lang="pt-B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dirty="0"/>
                        <a:t>Web-link de </a:t>
                      </a:r>
                      <a:r>
                        <a:rPr lang="pt-BR" sz="1100" dirty="0" err="1"/>
                        <a:t>noticias..diferentes</a:t>
                      </a:r>
                      <a:r>
                        <a:rPr lang="pt-BR" sz="1100" dirty="0"/>
                        <a:t> estruturas internamente </a:t>
                      </a:r>
                      <a:r>
                        <a:rPr lang="pt-BR" sz="1100" dirty="0" err="1"/>
                        <a:t>diferiendo</a:t>
                      </a:r>
                      <a:r>
                        <a:rPr lang="pt-BR" sz="1100" dirty="0"/>
                        <a:t> de acordo com a fonte real</a:t>
                      </a:r>
                    </a:p>
                    <a:p>
                      <a:endParaRPr lang="pt-BR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002990"/>
                  </a:ext>
                </a:extLst>
              </a:tr>
              <a:tr h="811055">
                <a:tc>
                  <a:txBody>
                    <a:bodyPr/>
                    <a:lstStyle/>
                    <a:p>
                      <a:r>
                        <a:rPr lang="pt-BR" dirty="0"/>
                        <a:t>News_robv5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https://www.euronews.com/news/business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Ótimo</a:t>
                      </a:r>
                    </a:p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8838893"/>
                  </a:ext>
                </a:extLst>
              </a:tr>
              <a:tr h="469897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7053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69721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209</Words>
  <Application>Microsoft Office PowerPoint</Application>
  <PresentationFormat>Widescreen</PresentationFormat>
  <Paragraphs>44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do Office</vt:lpstr>
      <vt:lpstr>News robos</vt:lpstr>
      <vt:lpstr>Logica (webscraping) Dificuldade baixa media</vt:lpstr>
      <vt:lpstr>Tarefas Código python</vt:lpstr>
      <vt:lpstr>Resultados                    Vinte oito (28) códigos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News robos</dc:title>
  <dc:creator>JOHN JAIRO SANABRIA SARMIENTO</dc:creator>
  <cp:lastModifiedBy>JOHN JAIRO SANABRIA SARMIENTO</cp:lastModifiedBy>
  <cp:revision>9</cp:revision>
  <dcterms:created xsi:type="dcterms:W3CDTF">2021-04-13T09:06:46Z</dcterms:created>
  <dcterms:modified xsi:type="dcterms:W3CDTF">2021-04-13T10:35:56Z</dcterms:modified>
</cp:coreProperties>
</file>